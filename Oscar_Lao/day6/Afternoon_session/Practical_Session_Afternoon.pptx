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6" r:id="rId5"/>
    <p:sldId id="265" r:id="rId6"/>
    <p:sldId id="267" r:id="rId7"/>
    <p:sldId id="258" r:id="rId8"/>
    <p:sldId id="269" r:id="rId9"/>
    <p:sldId id="268" r:id="rId10"/>
    <p:sldId id="270" r:id="rId11"/>
    <p:sldId id="259" r:id="rId12"/>
    <p:sldId id="260" r:id="rId13"/>
    <p:sldId id="26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8" d="100"/>
          <a:sy n="78" d="100"/>
        </p:scale>
        <p:origin x="130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CAR LAO GRUESO" userId="001c07dd-8108-4f69-bf01-6ddbb2872b90" providerId="ADAL" clId="{2E09AE06-539B-4D69-882A-5277C2EDC5C9}"/>
    <pc:docChg chg="undo custSel addSld delSld modSld sldOrd">
      <pc:chgData name="OSCAR LAO GRUESO" userId="001c07dd-8108-4f69-bf01-6ddbb2872b90" providerId="ADAL" clId="{2E09AE06-539B-4D69-882A-5277C2EDC5C9}" dt="2026-06-19T12:21:38.354" v="725" actId="1038"/>
      <pc:docMkLst>
        <pc:docMk/>
      </pc:docMkLst>
      <pc:sldChg chg="delSp modSp">
        <pc:chgData name="OSCAR LAO GRUESO" userId="001c07dd-8108-4f69-bf01-6ddbb2872b90" providerId="ADAL" clId="{2E09AE06-539B-4D69-882A-5277C2EDC5C9}" dt="2026-06-19T12:13:14.105" v="388" actId="478"/>
        <pc:sldMkLst>
          <pc:docMk/>
          <pc:sldMk cId="4022318547" sldId="258"/>
        </pc:sldMkLst>
        <pc:spChg chg="mod">
          <ac:chgData name="OSCAR LAO GRUESO" userId="001c07dd-8108-4f69-bf01-6ddbb2872b90" providerId="ADAL" clId="{2E09AE06-539B-4D69-882A-5277C2EDC5C9}" dt="2026-06-19T12:13:10.684" v="387" actId="20577"/>
          <ac:spMkLst>
            <pc:docMk/>
            <pc:sldMk cId="4022318547" sldId="258"/>
            <ac:spMk id="2" creationId="{539D14FF-A823-46C2-93B5-964AC164E742}"/>
          </ac:spMkLst>
        </pc:spChg>
        <pc:spChg chg="del">
          <ac:chgData name="OSCAR LAO GRUESO" userId="001c07dd-8108-4f69-bf01-6ddbb2872b90" providerId="ADAL" clId="{2E09AE06-539B-4D69-882A-5277C2EDC5C9}" dt="2026-06-19T12:13:14.105" v="388" actId="478"/>
          <ac:spMkLst>
            <pc:docMk/>
            <pc:sldMk cId="4022318547" sldId="258"/>
            <ac:spMk id="4" creationId="{88218941-02AF-4C80-8F25-2C0A96119E7F}"/>
          </ac:spMkLst>
        </pc:spChg>
      </pc:sldChg>
      <pc:sldChg chg="del">
        <pc:chgData name="OSCAR LAO GRUESO" userId="001c07dd-8108-4f69-bf01-6ddbb2872b90" providerId="ADAL" clId="{2E09AE06-539B-4D69-882A-5277C2EDC5C9}" dt="2026-06-19T12:18:28.721" v="598" actId="2696"/>
        <pc:sldMkLst>
          <pc:docMk/>
          <pc:sldMk cId="3241785668" sldId="262"/>
        </pc:sldMkLst>
      </pc:sldChg>
      <pc:sldChg chg="addSp delSp modSp add">
        <pc:chgData name="OSCAR LAO GRUESO" userId="001c07dd-8108-4f69-bf01-6ddbb2872b90" providerId="ADAL" clId="{2E09AE06-539B-4D69-882A-5277C2EDC5C9}" dt="2026-06-19T12:01:23.451" v="99" actId="1076"/>
        <pc:sldMkLst>
          <pc:docMk/>
          <pc:sldMk cId="1878925373" sldId="263"/>
        </pc:sldMkLst>
        <pc:spChg chg="mod">
          <ac:chgData name="OSCAR LAO GRUESO" userId="001c07dd-8108-4f69-bf01-6ddbb2872b90" providerId="ADAL" clId="{2E09AE06-539B-4D69-882A-5277C2EDC5C9}" dt="2026-06-19T11:58:14.154" v="20" actId="20577"/>
          <ac:spMkLst>
            <pc:docMk/>
            <pc:sldMk cId="1878925373" sldId="263"/>
            <ac:spMk id="2" creationId="{5152F813-A630-4469-BD29-9746FC961C7C}"/>
          </ac:spMkLst>
        </pc:spChg>
        <pc:spChg chg="del">
          <ac:chgData name="OSCAR LAO GRUESO" userId="001c07dd-8108-4f69-bf01-6ddbb2872b90" providerId="ADAL" clId="{2E09AE06-539B-4D69-882A-5277C2EDC5C9}" dt="2026-06-19T11:58:19.563" v="21" actId="478"/>
          <ac:spMkLst>
            <pc:docMk/>
            <pc:sldMk cId="1878925373" sldId="263"/>
            <ac:spMk id="3" creationId="{D78A9EF3-5444-46EC-9439-431C350CEFAC}"/>
          </ac:spMkLst>
        </pc:spChg>
        <pc:spChg chg="add mod">
          <ac:chgData name="OSCAR LAO GRUESO" userId="001c07dd-8108-4f69-bf01-6ddbb2872b90" providerId="ADAL" clId="{2E09AE06-539B-4D69-882A-5277C2EDC5C9}" dt="2026-06-19T11:59:37.049" v="42" actId="14100"/>
          <ac:spMkLst>
            <pc:docMk/>
            <pc:sldMk cId="1878925373" sldId="263"/>
            <ac:spMk id="4" creationId="{9BA99256-B221-47B7-9AD1-F33707BDB077}"/>
          </ac:spMkLst>
        </pc:spChg>
        <pc:spChg chg="add mod">
          <ac:chgData name="OSCAR LAO GRUESO" userId="001c07dd-8108-4f69-bf01-6ddbb2872b90" providerId="ADAL" clId="{2E09AE06-539B-4D69-882A-5277C2EDC5C9}" dt="2026-06-19T11:59:44.623" v="48" actId="20577"/>
          <ac:spMkLst>
            <pc:docMk/>
            <pc:sldMk cId="1878925373" sldId="263"/>
            <ac:spMk id="5" creationId="{FC9445D1-673D-470B-9774-65A7E5595230}"/>
          </ac:spMkLst>
        </pc:spChg>
        <pc:spChg chg="add mod">
          <ac:chgData name="OSCAR LAO GRUESO" userId="001c07dd-8108-4f69-bf01-6ddbb2872b90" providerId="ADAL" clId="{2E09AE06-539B-4D69-882A-5277C2EDC5C9}" dt="2026-06-19T12:01:23.451" v="99" actId="1076"/>
          <ac:spMkLst>
            <pc:docMk/>
            <pc:sldMk cId="1878925373" sldId="263"/>
            <ac:spMk id="6" creationId="{7073BB18-49D9-41F7-8C5E-0475ADCF638E}"/>
          </ac:spMkLst>
        </pc:spChg>
        <pc:spChg chg="add mod">
          <ac:chgData name="OSCAR LAO GRUESO" userId="001c07dd-8108-4f69-bf01-6ddbb2872b90" providerId="ADAL" clId="{2E09AE06-539B-4D69-882A-5277C2EDC5C9}" dt="2026-06-19T12:00:24.013" v="71" actId="2085"/>
          <ac:spMkLst>
            <pc:docMk/>
            <pc:sldMk cId="1878925373" sldId="263"/>
            <ac:spMk id="7" creationId="{67134F7F-DEF8-4348-B9A3-2FA1EA2F4865}"/>
          </ac:spMkLst>
        </pc:spChg>
        <pc:spChg chg="add mod">
          <ac:chgData name="OSCAR LAO GRUESO" userId="001c07dd-8108-4f69-bf01-6ddbb2872b90" providerId="ADAL" clId="{2E09AE06-539B-4D69-882A-5277C2EDC5C9}" dt="2026-06-19T12:00:31.513" v="73" actId="1076"/>
          <ac:spMkLst>
            <pc:docMk/>
            <pc:sldMk cId="1878925373" sldId="263"/>
            <ac:spMk id="8" creationId="{FC071782-2CC1-4ED1-B8AF-6B1CD106CC9C}"/>
          </ac:spMkLst>
        </pc:spChg>
        <pc:spChg chg="add mod">
          <ac:chgData name="OSCAR LAO GRUESO" userId="001c07dd-8108-4f69-bf01-6ddbb2872b90" providerId="ADAL" clId="{2E09AE06-539B-4D69-882A-5277C2EDC5C9}" dt="2026-06-19T12:01:03.930" v="95" actId="1076"/>
          <ac:spMkLst>
            <pc:docMk/>
            <pc:sldMk cId="1878925373" sldId="263"/>
            <ac:spMk id="9" creationId="{6DF13BEF-FFD7-4158-B910-2B024355C506}"/>
          </ac:spMkLst>
        </pc:spChg>
        <pc:spChg chg="add mod">
          <ac:chgData name="OSCAR LAO GRUESO" userId="001c07dd-8108-4f69-bf01-6ddbb2872b90" providerId="ADAL" clId="{2E09AE06-539B-4D69-882A-5277C2EDC5C9}" dt="2026-06-19T12:01:15.613" v="98" actId="1076"/>
          <ac:spMkLst>
            <pc:docMk/>
            <pc:sldMk cId="1878925373" sldId="263"/>
            <ac:spMk id="10" creationId="{59813D85-6611-489F-877D-CF308C08E21D}"/>
          </ac:spMkLst>
        </pc:spChg>
      </pc:sldChg>
      <pc:sldChg chg="addSp modSp add">
        <pc:chgData name="OSCAR LAO GRUESO" userId="001c07dd-8108-4f69-bf01-6ddbb2872b90" providerId="ADAL" clId="{2E09AE06-539B-4D69-882A-5277C2EDC5C9}" dt="2026-06-19T12:02:30.341" v="158" actId="1076"/>
        <pc:sldMkLst>
          <pc:docMk/>
          <pc:sldMk cId="1660249183" sldId="264"/>
        </pc:sldMkLst>
        <pc:spChg chg="mod">
          <ac:chgData name="OSCAR LAO GRUESO" userId="001c07dd-8108-4f69-bf01-6ddbb2872b90" providerId="ADAL" clId="{2E09AE06-539B-4D69-882A-5277C2EDC5C9}" dt="2026-06-19T12:01:35.944" v="111" actId="20577"/>
          <ac:spMkLst>
            <pc:docMk/>
            <pc:sldMk cId="1660249183" sldId="264"/>
            <ac:spMk id="9" creationId="{6DF13BEF-FFD7-4158-B910-2B024355C506}"/>
          </ac:spMkLst>
        </pc:spChg>
        <pc:spChg chg="mod">
          <ac:chgData name="OSCAR LAO GRUESO" userId="001c07dd-8108-4f69-bf01-6ddbb2872b90" providerId="ADAL" clId="{2E09AE06-539B-4D69-882A-5277C2EDC5C9}" dt="2026-06-19T12:01:43.166" v="119" actId="20577"/>
          <ac:spMkLst>
            <pc:docMk/>
            <pc:sldMk cId="1660249183" sldId="264"/>
            <ac:spMk id="10" creationId="{59813D85-6611-489F-877D-CF308C08E21D}"/>
          </ac:spMkLst>
        </pc:spChg>
        <pc:spChg chg="add mod">
          <ac:chgData name="OSCAR LAO GRUESO" userId="001c07dd-8108-4f69-bf01-6ddbb2872b90" providerId="ADAL" clId="{2E09AE06-539B-4D69-882A-5277C2EDC5C9}" dt="2026-06-19T12:02:30.341" v="158" actId="1076"/>
          <ac:spMkLst>
            <pc:docMk/>
            <pc:sldMk cId="1660249183" sldId="264"/>
            <ac:spMk id="12" creationId="{475BE134-CB4D-4C70-A9CC-75472615936F}"/>
          </ac:spMkLst>
        </pc:spChg>
        <pc:cxnChg chg="add mod">
          <ac:chgData name="OSCAR LAO GRUESO" userId="001c07dd-8108-4f69-bf01-6ddbb2872b90" providerId="ADAL" clId="{2E09AE06-539B-4D69-882A-5277C2EDC5C9}" dt="2026-06-19T12:02:14.856" v="138" actId="1076"/>
          <ac:cxnSpMkLst>
            <pc:docMk/>
            <pc:sldMk cId="1660249183" sldId="264"/>
            <ac:cxnSpMk id="11" creationId="{08CC4591-6949-4D56-A9FD-311899683B5C}"/>
          </ac:cxnSpMkLst>
        </pc:cxnChg>
      </pc:sldChg>
      <pc:sldChg chg="addSp delSp modSp add">
        <pc:chgData name="OSCAR LAO GRUESO" userId="001c07dd-8108-4f69-bf01-6ddbb2872b90" providerId="ADAL" clId="{2E09AE06-539B-4D69-882A-5277C2EDC5C9}" dt="2026-06-19T12:06:52.950" v="367" actId="20577"/>
        <pc:sldMkLst>
          <pc:docMk/>
          <pc:sldMk cId="1669386483" sldId="265"/>
        </pc:sldMkLst>
        <pc:spChg chg="add mod">
          <ac:chgData name="OSCAR LAO GRUESO" userId="001c07dd-8108-4f69-bf01-6ddbb2872b90" providerId="ADAL" clId="{2E09AE06-539B-4D69-882A-5277C2EDC5C9}" dt="2026-06-19T12:06:52.950" v="367" actId="20577"/>
          <ac:spMkLst>
            <pc:docMk/>
            <pc:sldMk cId="1669386483" sldId="265"/>
            <ac:spMk id="21" creationId="{E2371D18-D60E-400D-B3D2-17670E8A4B73}"/>
          </ac:spMkLst>
        </pc:spChg>
        <pc:cxnChg chg="add del mod">
          <ac:chgData name="OSCAR LAO GRUESO" userId="001c07dd-8108-4f69-bf01-6ddbb2872b90" providerId="ADAL" clId="{2E09AE06-539B-4D69-882A-5277C2EDC5C9}" dt="2026-06-19T12:03:11.191" v="161" actId="478"/>
          <ac:cxnSpMkLst>
            <pc:docMk/>
            <pc:sldMk cId="1669386483" sldId="265"/>
            <ac:cxnSpMk id="13" creationId="{11009E2C-E711-408B-8A32-DDA69626DADC}"/>
          </ac:cxnSpMkLst>
        </pc:cxnChg>
        <pc:cxnChg chg="add mod">
          <ac:chgData name="OSCAR LAO GRUESO" userId="001c07dd-8108-4f69-bf01-6ddbb2872b90" providerId="ADAL" clId="{2E09AE06-539B-4D69-882A-5277C2EDC5C9}" dt="2026-06-19T12:05:41.988" v="246" actId="14100"/>
          <ac:cxnSpMkLst>
            <pc:docMk/>
            <pc:sldMk cId="1669386483" sldId="265"/>
            <ac:cxnSpMk id="15" creationId="{F1F56B99-36E8-4AD7-B19E-1B171BB557B9}"/>
          </ac:cxnSpMkLst>
        </pc:cxnChg>
        <pc:cxnChg chg="add mod">
          <ac:chgData name="OSCAR LAO GRUESO" userId="001c07dd-8108-4f69-bf01-6ddbb2872b90" providerId="ADAL" clId="{2E09AE06-539B-4D69-882A-5277C2EDC5C9}" dt="2026-06-19T12:05:45.976" v="247" actId="14100"/>
          <ac:cxnSpMkLst>
            <pc:docMk/>
            <pc:sldMk cId="1669386483" sldId="265"/>
            <ac:cxnSpMk id="17" creationId="{D07BAF16-F247-45E5-8D0C-8B8D56EDF8E2}"/>
          </ac:cxnSpMkLst>
        </pc:cxnChg>
        <pc:cxnChg chg="add mod">
          <ac:chgData name="OSCAR LAO GRUESO" userId="001c07dd-8108-4f69-bf01-6ddbb2872b90" providerId="ADAL" clId="{2E09AE06-539B-4D69-882A-5277C2EDC5C9}" dt="2026-06-19T12:05:37.892" v="245" actId="1076"/>
          <ac:cxnSpMkLst>
            <pc:docMk/>
            <pc:sldMk cId="1669386483" sldId="265"/>
            <ac:cxnSpMk id="18" creationId="{F0A53FA6-1701-4F23-BDA1-7AE844834EA6}"/>
          </ac:cxnSpMkLst>
        </pc:cxnChg>
      </pc:sldChg>
      <pc:sldChg chg="modSp add ord">
        <pc:chgData name="OSCAR LAO GRUESO" userId="001c07dd-8108-4f69-bf01-6ddbb2872b90" providerId="ADAL" clId="{2E09AE06-539B-4D69-882A-5277C2EDC5C9}" dt="2026-06-19T12:05:30.002" v="244"/>
        <pc:sldMkLst>
          <pc:docMk/>
          <pc:sldMk cId="1802509837" sldId="266"/>
        </pc:sldMkLst>
        <pc:spChg chg="mod">
          <ac:chgData name="OSCAR LAO GRUESO" userId="001c07dd-8108-4f69-bf01-6ddbb2872b90" providerId="ADAL" clId="{2E09AE06-539B-4D69-882A-5277C2EDC5C9}" dt="2026-06-19T12:05:23.166" v="243" actId="20577"/>
          <ac:spMkLst>
            <pc:docMk/>
            <pc:sldMk cId="1802509837" sldId="266"/>
            <ac:spMk id="21" creationId="{E2371D18-D60E-400D-B3D2-17670E8A4B73}"/>
          </ac:spMkLst>
        </pc:spChg>
      </pc:sldChg>
      <pc:sldChg chg="addSp delSp modSp add modAnim">
        <pc:chgData name="OSCAR LAO GRUESO" userId="001c07dd-8108-4f69-bf01-6ddbb2872b90" providerId="ADAL" clId="{2E09AE06-539B-4D69-882A-5277C2EDC5C9}" dt="2026-06-19T12:15:58.505" v="478"/>
        <pc:sldMkLst>
          <pc:docMk/>
          <pc:sldMk cId="1160841514" sldId="267"/>
        </pc:sldMkLst>
        <pc:spChg chg="add del">
          <ac:chgData name="OSCAR LAO GRUESO" userId="001c07dd-8108-4f69-bf01-6ddbb2872b90" providerId="ADAL" clId="{2E09AE06-539B-4D69-882A-5277C2EDC5C9}" dt="2026-06-19T12:12:00.618" v="370" actId="478"/>
          <ac:spMkLst>
            <pc:docMk/>
            <pc:sldMk cId="1160841514" sldId="267"/>
            <ac:spMk id="3" creationId="{39F1539B-BB96-42EA-A883-1F242E965443}"/>
          </ac:spMkLst>
        </pc:spChg>
        <pc:spChg chg="mod">
          <ac:chgData name="OSCAR LAO GRUESO" userId="001c07dd-8108-4f69-bf01-6ddbb2872b90" providerId="ADAL" clId="{2E09AE06-539B-4D69-882A-5277C2EDC5C9}" dt="2026-06-19T12:15:44.873" v="476" actId="20577"/>
          <ac:spMkLst>
            <pc:docMk/>
            <pc:sldMk cId="1160841514" sldId="267"/>
            <ac:spMk id="21" creationId="{E2371D18-D60E-400D-B3D2-17670E8A4B73}"/>
          </ac:spMkLst>
        </pc:spChg>
        <pc:picChg chg="add mod">
          <ac:chgData name="OSCAR LAO GRUESO" userId="001c07dd-8108-4f69-bf01-6ddbb2872b90" providerId="ADAL" clId="{2E09AE06-539B-4D69-882A-5277C2EDC5C9}" dt="2026-06-19T12:15:49.393" v="477" actId="1076"/>
          <ac:picMkLst>
            <pc:docMk/>
            <pc:sldMk cId="1160841514" sldId="267"/>
            <ac:picMk id="13" creationId="{83971439-A975-4324-B3EE-2329F15C6816}"/>
          </ac:picMkLst>
        </pc:picChg>
      </pc:sldChg>
      <pc:sldChg chg="addSp delSp modSp add ord">
        <pc:chgData name="OSCAR LAO GRUESO" userId="001c07dd-8108-4f69-bf01-6ddbb2872b90" providerId="ADAL" clId="{2E09AE06-539B-4D69-882A-5277C2EDC5C9}" dt="2026-06-19T12:18:15.540" v="597" actId="20577"/>
        <pc:sldMkLst>
          <pc:docMk/>
          <pc:sldMk cId="1970624397" sldId="268"/>
        </pc:sldMkLst>
        <pc:spChg chg="mod">
          <ac:chgData name="OSCAR LAO GRUESO" userId="001c07dd-8108-4f69-bf01-6ddbb2872b90" providerId="ADAL" clId="{2E09AE06-539B-4D69-882A-5277C2EDC5C9}" dt="2026-06-19T12:13:30.342" v="399" actId="20577"/>
          <ac:spMkLst>
            <pc:docMk/>
            <pc:sldMk cId="1970624397" sldId="268"/>
            <ac:spMk id="2" creationId="{5152F813-A630-4469-BD29-9746FC961C7C}"/>
          </ac:spMkLst>
        </pc:spChg>
        <pc:spChg chg="add mod ord">
          <ac:chgData name="OSCAR LAO GRUESO" userId="001c07dd-8108-4f69-bf01-6ddbb2872b90" providerId="ADAL" clId="{2E09AE06-539B-4D69-882A-5277C2EDC5C9}" dt="2026-06-19T12:14:41.407" v="428" actId="167"/>
          <ac:spMkLst>
            <pc:docMk/>
            <pc:sldMk cId="1970624397" sldId="268"/>
            <ac:spMk id="19" creationId="{2C6FC7BF-6BB7-4D6D-999A-A1936C7E2BE8}"/>
          </ac:spMkLst>
        </pc:spChg>
        <pc:spChg chg="add">
          <ac:chgData name="OSCAR LAO GRUESO" userId="001c07dd-8108-4f69-bf01-6ddbb2872b90" providerId="ADAL" clId="{2E09AE06-539B-4D69-882A-5277C2EDC5C9}" dt="2026-06-19T12:17:18.095" v="561"/>
          <ac:spMkLst>
            <pc:docMk/>
            <pc:sldMk cId="1970624397" sldId="268"/>
            <ac:spMk id="20" creationId="{586094B2-F062-4389-A4AC-F46B9606C81B}"/>
          </ac:spMkLst>
        </pc:spChg>
        <pc:spChg chg="mod">
          <ac:chgData name="OSCAR LAO GRUESO" userId="001c07dd-8108-4f69-bf01-6ddbb2872b90" providerId="ADAL" clId="{2E09AE06-539B-4D69-882A-5277C2EDC5C9}" dt="2026-06-19T12:18:15.540" v="597" actId="20577"/>
          <ac:spMkLst>
            <pc:docMk/>
            <pc:sldMk cId="1970624397" sldId="268"/>
            <ac:spMk id="21" creationId="{E2371D18-D60E-400D-B3D2-17670E8A4B73}"/>
          </ac:spMkLst>
        </pc:spChg>
        <pc:spChg chg="add">
          <ac:chgData name="OSCAR LAO GRUESO" userId="001c07dd-8108-4f69-bf01-6ddbb2872b90" providerId="ADAL" clId="{2E09AE06-539B-4D69-882A-5277C2EDC5C9}" dt="2026-06-19T12:17:18.095" v="561"/>
          <ac:spMkLst>
            <pc:docMk/>
            <pc:sldMk cId="1970624397" sldId="268"/>
            <ac:spMk id="22" creationId="{599A04C8-8A0D-4E40-8334-7BB3DB7E2240}"/>
          </ac:spMkLst>
        </pc:spChg>
        <pc:picChg chg="del">
          <ac:chgData name="OSCAR LAO GRUESO" userId="001c07dd-8108-4f69-bf01-6ddbb2872b90" providerId="ADAL" clId="{2E09AE06-539B-4D69-882A-5277C2EDC5C9}" dt="2026-06-19T12:13:33.514" v="400" actId="478"/>
          <ac:picMkLst>
            <pc:docMk/>
            <pc:sldMk cId="1970624397" sldId="268"/>
            <ac:picMk id="13" creationId="{83971439-A975-4324-B3EE-2329F15C6816}"/>
          </ac:picMkLst>
        </pc:picChg>
        <pc:cxnChg chg="mod">
          <ac:chgData name="OSCAR LAO GRUESO" userId="001c07dd-8108-4f69-bf01-6ddbb2872b90" providerId="ADAL" clId="{2E09AE06-539B-4D69-882A-5277C2EDC5C9}" dt="2026-06-19T12:14:50.708" v="430" actId="14100"/>
          <ac:cxnSpMkLst>
            <pc:docMk/>
            <pc:sldMk cId="1970624397" sldId="268"/>
            <ac:cxnSpMk id="15" creationId="{F1F56B99-36E8-4AD7-B19E-1B171BB557B9}"/>
          </ac:cxnSpMkLst>
        </pc:cxnChg>
        <pc:cxnChg chg="mod">
          <ac:chgData name="OSCAR LAO GRUESO" userId="001c07dd-8108-4f69-bf01-6ddbb2872b90" providerId="ADAL" clId="{2E09AE06-539B-4D69-882A-5277C2EDC5C9}" dt="2026-06-19T12:14:46.811" v="429" actId="14100"/>
          <ac:cxnSpMkLst>
            <pc:docMk/>
            <pc:sldMk cId="1970624397" sldId="268"/>
            <ac:cxnSpMk id="17" creationId="{D07BAF16-F247-45E5-8D0C-8B8D56EDF8E2}"/>
          </ac:cxnSpMkLst>
        </pc:cxnChg>
        <pc:cxnChg chg="mod">
          <ac:chgData name="OSCAR LAO GRUESO" userId="001c07dd-8108-4f69-bf01-6ddbb2872b90" providerId="ADAL" clId="{2E09AE06-539B-4D69-882A-5277C2EDC5C9}" dt="2026-06-19T12:14:36.470" v="427" actId="1035"/>
          <ac:cxnSpMkLst>
            <pc:docMk/>
            <pc:sldMk cId="1970624397" sldId="268"/>
            <ac:cxnSpMk id="18" creationId="{F0A53FA6-1701-4F23-BDA1-7AE844834EA6}"/>
          </ac:cxnSpMkLst>
        </pc:cxnChg>
      </pc:sldChg>
      <pc:sldChg chg="addSp modSp add">
        <pc:chgData name="OSCAR LAO GRUESO" userId="001c07dd-8108-4f69-bf01-6ddbb2872b90" providerId="ADAL" clId="{2E09AE06-539B-4D69-882A-5277C2EDC5C9}" dt="2026-06-19T12:17:05.867" v="560" actId="20577"/>
        <pc:sldMkLst>
          <pc:docMk/>
          <pc:sldMk cId="2563404992" sldId="269"/>
        </pc:sldMkLst>
        <pc:spChg chg="add mod">
          <ac:chgData name="OSCAR LAO GRUESO" userId="001c07dd-8108-4f69-bf01-6ddbb2872b90" providerId="ADAL" clId="{2E09AE06-539B-4D69-882A-5277C2EDC5C9}" dt="2026-06-19T12:16:48.437" v="519" actId="1076"/>
          <ac:spMkLst>
            <pc:docMk/>
            <pc:sldMk cId="2563404992" sldId="269"/>
            <ac:spMk id="20" creationId="{24C44397-FEFD-4E24-81F4-51C7EA5BABA8}"/>
          </ac:spMkLst>
        </pc:spChg>
        <pc:spChg chg="mod">
          <ac:chgData name="OSCAR LAO GRUESO" userId="001c07dd-8108-4f69-bf01-6ddbb2872b90" providerId="ADAL" clId="{2E09AE06-539B-4D69-882A-5277C2EDC5C9}" dt="2026-06-19T12:16:25.383" v="494" actId="20577"/>
          <ac:spMkLst>
            <pc:docMk/>
            <pc:sldMk cId="2563404992" sldId="269"/>
            <ac:spMk id="21" creationId="{E2371D18-D60E-400D-B3D2-17670E8A4B73}"/>
          </ac:spMkLst>
        </pc:spChg>
        <pc:spChg chg="add mod">
          <ac:chgData name="OSCAR LAO GRUESO" userId="001c07dd-8108-4f69-bf01-6ddbb2872b90" providerId="ADAL" clId="{2E09AE06-539B-4D69-882A-5277C2EDC5C9}" dt="2026-06-19T12:17:05.867" v="560" actId="20577"/>
          <ac:spMkLst>
            <pc:docMk/>
            <pc:sldMk cId="2563404992" sldId="269"/>
            <ac:spMk id="22" creationId="{D127D830-34C8-41C6-9E46-F22ABBA4834C}"/>
          </ac:spMkLst>
        </pc:spChg>
      </pc:sldChg>
      <pc:sldChg chg="addSp delSp modSp add">
        <pc:chgData name="OSCAR LAO GRUESO" userId="001c07dd-8108-4f69-bf01-6ddbb2872b90" providerId="ADAL" clId="{2E09AE06-539B-4D69-882A-5277C2EDC5C9}" dt="2026-06-19T12:21:38.354" v="725" actId="1038"/>
        <pc:sldMkLst>
          <pc:docMk/>
          <pc:sldMk cId="3306488205" sldId="270"/>
        </pc:sldMkLst>
        <pc:spChg chg="mod">
          <ac:chgData name="OSCAR LAO GRUESO" userId="001c07dd-8108-4f69-bf01-6ddbb2872b90" providerId="ADAL" clId="{2E09AE06-539B-4D69-882A-5277C2EDC5C9}" dt="2026-06-19T12:18:56.388" v="609" actId="20577"/>
          <ac:spMkLst>
            <pc:docMk/>
            <pc:sldMk cId="3306488205" sldId="270"/>
            <ac:spMk id="2" creationId="{5152F813-A630-4469-BD29-9746FC961C7C}"/>
          </ac:spMkLst>
        </pc:spChg>
        <pc:spChg chg="del">
          <ac:chgData name="OSCAR LAO GRUESO" userId="001c07dd-8108-4f69-bf01-6ddbb2872b90" providerId="ADAL" clId="{2E09AE06-539B-4D69-882A-5277C2EDC5C9}" dt="2026-06-19T12:19:06.497" v="610" actId="478"/>
          <ac:spMkLst>
            <pc:docMk/>
            <pc:sldMk cId="3306488205" sldId="270"/>
            <ac:spMk id="4" creationId="{9BA99256-B221-47B7-9AD1-F33707BDB077}"/>
          </ac:spMkLst>
        </pc:spChg>
        <pc:spChg chg="del">
          <ac:chgData name="OSCAR LAO GRUESO" userId="001c07dd-8108-4f69-bf01-6ddbb2872b90" providerId="ADAL" clId="{2E09AE06-539B-4D69-882A-5277C2EDC5C9}" dt="2026-06-19T12:19:06.497" v="610" actId="478"/>
          <ac:spMkLst>
            <pc:docMk/>
            <pc:sldMk cId="3306488205" sldId="270"/>
            <ac:spMk id="5" creationId="{FC9445D1-673D-470B-9774-65A7E5595230}"/>
          </ac:spMkLst>
        </pc:spChg>
        <pc:spChg chg="del">
          <ac:chgData name="OSCAR LAO GRUESO" userId="001c07dd-8108-4f69-bf01-6ddbb2872b90" providerId="ADAL" clId="{2E09AE06-539B-4D69-882A-5277C2EDC5C9}" dt="2026-06-19T12:19:06.497" v="610" actId="478"/>
          <ac:spMkLst>
            <pc:docMk/>
            <pc:sldMk cId="3306488205" sldId="270"/>
            <ac:spMk id="6" creationId="{7073BB18-49D9-41F7-8C5E-0475ADCF638E}"/>
          </ac:spMkLst>
        </pc:spChg>
        <pc:spChg chg="del">
          <ac:chgData name="OSCAR LAO GRUESO" userId="001c07dd-8108-4f69-bf01-6ddbb2872b90" providerId="ADAL" clId="{2E09AE06-539B-4D69-882A-5277C2EDC5C9}" dt="2026-06-19T12:19:06.497" v="610" actId="478"/>
          <ac:spMkLst>
            <pc:docMk/>
            <pc:sldMk cId="3306488205" sldId="270"/>
            <ac:spMk id="7" creationId="{67134F7F-DEF8-4348-B9A3-2FA1EA2F4865}"/>
          </ac:spMkLst>
        </pc:spChg>
        <pc:spChg chg="del">
          <ac:chgData name="OSCAR LAO GRUESO" userId="001c07dd-8108-4f69-bf01-6ddbb2872b90" providerId="ADAL" clId="{2E09AE06-539B-4D69-882A-5277C2EDC5C9}" dt="2026-06-19T12:19:06.497" v="610" actId="478"/>
          <ac:spMkLst>
            <pc:docMk/>
            <pc:sldMk cId="3306488205" sldId="270"/>
            <ac:spMk id="8" creationId="{FC071782-2CC1-4ED1-B8AF-6B1CD106CC9C}"/>
          </ac:spMkLst>
        </pc:spChg>
        <pc:spChg chg="del">
          <ac:chgData name="OSCAR LAO GRUESO" userId="001c07dd-8108-4f69-bf01-6ddbb2872b90" providerId="ADAL" clId="{2E09AE06-539B-4D69-882A-5277C2EDC5C9}" dt="2026-06-19T12:19:06.497" v="610" actId="478"/>
          <ac:spMkLst>
            <pc:docMk/>
            <pc:sldMk cId="3306488205" sldId="270"/>
            <ac:spMk id="9" creationId="{6DF13BEF-FFD7-4158-B910-2B024355C506}"/>
          </ac:spMkLst>
        </pc:spChg>
        <pc:spChg chg="del">
          <ac:chgData name="OSCAR LAO GRUESO" userId="001c07dd-8108-4f69-bf01-6ddbb2872b90" providerId="ADAL" clId="{2E09AE06-539B-4D69-882A-5277C2EDC5C9}" dt="2026-06-19T12:19:06.497" v="610" actId="478"/>
          <ac:spMkLst>
            <pc:docMk/>
            <pc:sldMk cId="3306488205" sldId="270"/>
            <ac:spMk id="10" creationId="{59813D85-6611-489F-877D-CF308C08E21D}"/>
          </ac:spMkLst>
        </pc:spChg>
        <pc:spChg chg="del">
          <ac:chgData name="OSCAR LAO GRUESO" userId="001c07dd-8108-4f69-bf01-6ddbb2872b90" providerId="ADAL" clId="{2E09AE06-539B-4D69-882A-5277C2EDC5C9}" dt="2026-06-19T12:19:06.497" v="610" actId="478"/>
          <ac:spMkLst>
            <pc:docMk/>
            <pc:sldMk cId="3306488205" sldId="270"/>
            <ac:spMk id="12" creationId="{475BE134-CB4D-4C70-A9CC-75472615936F}"/>
          </ac:spMkLst>
        </pc:spChg>
        <pc:spChg chg="del">
          <ac:chgData name="OSCAR LAO GRUESO" userId="001c07dd-8108-4f69-bf01-6ddbb2872b90" providerId="ADAL" clId="{2E09AE06-539B-4D69-882A-5277C2EDC5C9}" dt="2026-06-19T12:19:06.497" v="610" actId="478"/>
          <ac:spMkLst>
            <pc:docMk/>
            <pc:sldMk cId="3306488205" sldId="270"/>
            <ac:spMk id="19" creationId="{2C6FC7BF-6BB7-4D6D-999A-A1936C7E2BE8}"/>
          </ac:spMkLst>
        </pc:spChg>
        <pc:spChg chg="del">
          <ac:chgData name="OSCAR LAO GRUESO" userId="001c07dd-8108-4f69-bf01-6ddbb2872b90" providerId="ADAL" clId="{2E09AE06-539B-4D69-882A-5277C2EDC5C9}" dt="2026-06-19T12:19:06.497" v="610" actId="478"/>
          <ac:spMkLst>
            <pc:docMk/>
            <pc:sldMk cId="3306488205" sldId="270"/>
            <ac:spMk id="20" creationId="{586094B2-F062-4389-A4AC-F46B9606C81B}"/>
          </ac:spMkLst>
        </pc:spChg>
        <pc:spChg chg="del">
          <ac:chgData name="OSCAR LAO GRUESO" userId="001c07dd-8108-4f69-bf01-6ddbb2872b90" providerId="ADAL" clId="{2E09AE06-539B-4D69-882A-5277C2EDC5C9}" dt="2026-06-19T12:19:06.497" v="610" actId="478"/>
          <ac:spMkLst>
            <pc:docMk/>
            <pc:sldMk cId="3306488205" sldId="270"/>
            <ac:spMk id="21" creationId="{E2371D18-D60E-400D-B3D2-17670E8A4B73}"/>
          </ac:spMkLst>
        </pc:spChg>
        <pc:spChg chg="del">
          <ac:chgData name="OSCAR LAO GRUESO" userId="001c07dd-8108-4f69-bf01-6ddbb2872b90" providerId="ADAL" clId="{2E09AE06-539B-4D69-882A-5277C2EDC5C9}" dt="2026-06-19T12:19:06.497" v="610" actId="478"/>
          <ac:spMkLst>
            <pc:docMk/>
            <pc:sldMk cId="3306488205" sldId="270"/>
            <ac:spMk id="22" creationId="{599A04C8-8A0D-4E40-8334-7BB3DB7E2240}"/>
          </ac:spMkLst>
        </pc:spChg>
        <pc:spChg chg="add del mod">
          <ac:chgData name="OSCAR LAO GRUESO" userId="001c07dd-8108-4f69-bf01-6ddbb2872b90" providerId="ADAL" clId="{2E09AE06-539B-4D69-882A-5277C2EDC5C9}" dt="2026-06-19T12:19:46.876" v="616" actId="478"/>
          <ac:spMkLst>
            <pc:docMk/>
            <pc:sldMk cId="3306488205" sldId="270"/>
            <ac:spMk id="23" creationId="{E05E18BF-E42C-40AD-8472-AB57FE187B48}"/>
          </ac:spMkLst>
        </pc:spChg>
        <pc:spChg chg="add del mod">
          <ac:chgData name="OSCAR LAO GRUESO" userId="001c07dd-8108-4f69-bf01-6ddbb2872b90" providerId="ADAL" clId="{2E09AE06-539B-4D69-882A-5277C2EDC5C9}" dt="2026-06-19T12:19:50.614" v="617" actId="478"/>
          <ac:spMkLst>
            <pc:docMk/>
            <pc:sldMk cId="3306488205" sldId="270"/>
            <ac:spMk id="24" creationId="{84158C71-6069-4826-A20B-D172CC8AE90D}"/>
          </ac:spMkLst>
        </pc:spChg>
        <pc:spChg chg="add del mod">
          <ac:chgData name="OSCAR LAO GRUESO" userId="001c07dd-8108-4f69-bf01-6ddbb2872b90" providerId="ADAL" clId="{2E09AE06-539B-4D69-882A-5277C2EDC5C9}" dt="2026-06-19T12:19:50.614" v="617" actId="478"/>
          <ac:spMkLst>
            <pc:docMk/>
            <pc:sldMk cId="3306488205" sldId="270"/>
            <ac:spMk id="25" creationId="{96B4D86B-31BD-4A2D-9414-63D1A405D7E7}"/>
          </ac:spMkLst>
        </pc:spChg>
        <pc:spChg chg="add mod">
          <ac:chgData name="OSCAR LAO GRUESO" userId="001c07dd-8108-4f69-bf01-6ddbb2872b90" providerId="ADAL" clId="{2E09AE06-539B-4D69-882A-5277C2EDC5C9}" dt="2026-06-19T12:19:56.015" v="619" actId="1076"/>
          <ac:spMkLst>
            <pc:docMk/>
            <pc:sldMk cId="3306488205" sldId="270"/>
            <ac:spMk id="26" creationId="{4245E4A8-6774-4612-BE37-36C230C46888}"/>
          </ac:spMkLst>
        </pc:spChg>
        <pc:spChg chg="add mod">
          <ac:chgData name="OSCAR LAO GRUESO" userId="001c07dd-8108-4f69-bf01-6ddbb2872b90" providerId="ADAL" clId="{2E09AE06-539B-4D69-882A-5277C2EDC5C9}" dt="2026-06-19T12:20:08.117" v="622" actId="14100"/>
          <ac:spMkLst>
            <pc:docMk/>
            <pc:sldMk cId="3306488205" sldId="270"/>
            <ac:spMk id="27" creationId="{6370078E-141C-493E-B393-90AFC49CDB7C}"/>
          </ac:spMkLst>
        </pc:spChg>
        <pc:spChg chg="add mod">
          <ac:chgData name="OSCAR LAO GRUESO" userId="001c07dd-8108-4f69-bf01-6ddbb2872b90" providerId="ADAL" clId="{2E09AE06-539B-4D69-882A-5277C2EDC5C9}" dt="2026-06-19T12:20:48.429" v="707" actId="1038"/>
          <ac:spMkLst>
            <pc:docMk/>
            <pc:sldMk cId="3306488205" sldId="270"/>
            <ac:spMk id="28" creationId="{C6CEE5F8-E0B6-498A-8F49-E40B6D2FCDC8}"/>
          </ac:spMkLst>
        </pc:spChg>
        <pc:spChg chg="add mod">
          <ac:chgData name="OSCAR LAO GRUESO" userId="001c07dd-8108-4f69-bf01-6ddbb2872b90" providerId="ADAL" clId="{2E09AE06-539B-4D69-882A-5277C2EDC5C9}" dt="2026-06-19T12:20:45.870" v="698" actId="1038"/>
          <ac:spMkLst>
            <pc:docMk/>
            <pc:sldMk cId="3306488205" sldId="270"/>
            <ac:spMk id="29" creationId="{15F8C23C-503C-4C87-9115-7A8CF1CC7047}"/>
          </ac:spMkLst>
        </pc:spChg>
        <pc:cxnChg chg="del">
          <ac:chgData name="OSCAR LAO GRUESO" userId="001c07dd-8108-4f69-bf01-6ddbb2872b90" providerId="ADAL" clId="{2E09AE06-539B-4D69-882A-5277C2EDC5C9}" dt="2026-06-19T12:19:06.497" v="610" actId="478"/>
          <ac:cxnSpMkLst>
            <pc:docMk/>
            <pc:sldMk cId="3306488205" sldId="270"/>
            <ac:cxnSpMk id="11" creationId="{08CC4591-6949-4D56-A9FD-311899683B5C}"/>
          </ac:cxnSpMkLst>
        </pc:cxnChg>
        <pc:cxnChg chg="add mod">
          <ac:chgData name="OSCAR LAO GRUESO" userId="001c07dd-8108-4f69-bf01-6ddbb2872b90" providerId="ADAL" clId="{2E09AE06-539B-4D69-882A-5277C2EDC5C9}" dt="2026-06-19T12:21:13.952" v="711" actId="1076"/>
          <ac:cxnSpMkLst>
            <pc:docMk/>
            <pc:sldMk cId="3306488205" sldId="270"/>
            <ac:cxnSpMk id="13" creationId="{BB57BBAD-5BA9-4948-AD7F-454724416DF1}"/>
          </ac:cxnSpMkLst>
        </pc:cxnChg>
        <pc:cxnChg chg="del">
          <ac:chgData name="OSCAR LAO GRUESO" userId="001c07dd-8108-4f69-bf01-6ddbb2872b90" providerId="ADAL" clId="{2E09AE06-539B-4D69-882A-5277C2EDC5C9}" dt="2026-06-19T12:19:06.497" v="610" actId="478"/>
          <ac:cxnSpMkLst>
            <pc:docMk/>
            <pc:sldMk cId="3306488205" sldId="270"/>
            <ac:cxnSpMk id="15" creationId="{F1F56B99-36E8-4AD7-B19E-1B171BB557B9}"/>
          </ac:cxnSpMkLst>
        </pc:cxnChg>
        <pc:cxnChg chg="del">
          <ac:chgData name="OSCAR LAO GRUESO" userId="001c07dd-8108-4f69-bf01-6ddbb2872b90" providerId="ADAL" clId="{2E09AE06-539B-4D69-882A-5277C2EDC5C9}" dt="2026-06-19T12:19:06.497" v="610" actId="478"/>
          <ac:cxnSpMkLst>
            <pc:docMk/>
            <pc:sldMk cId="3306488205" sldId="270"/>
            <ac:cxnSpMk id="17" creationId="{D07BAF16-F247-45E5-8D0C-8B8D56EDF8E2}"/>
          </ac:cxnSpMkLst>
        </pc:cxnChg>
        <pc:cxnChg chg="del">
          <ac:chgData name="OSCAR LAO GRUESO" userId="001c07dd-8108-4f69-bf01-6ddbb2872b90" providerId="ADAL" clId="{2E09AE06-539B-4D69-882A-5277C2EDC5C9}" dt="2026-06-19T12:19:06.497" v="610" actId="478"/>
          <ac:cxnSpMkLst>
            <pc:docMk/>
            <pc:sldMk cId="3306488205" sldId="270"/>
            <ac:cxnSpMk id="18" creationId="{F0A53FA6-1701-4F23-BDA1-7AE844834EA6}"/>
          </ac:cxnSpMkLst>
        </pc:cxnChg>
        <pc:cxnChg chg="add del">
          <ac:chgData name="OSCAR LAO GRUESO" userId="001c07dd-8108-4f69-bf01-6ddbb2872b90" providerId="ADAL" clId="{2E09AE06-539B-4D69-882A-5277C2EDC5C9}" dt="2026-06-19T12:20:54.117" v="708" actId="478"/>
          <ac:cxnSpMkLst>
            <pc:docMk/>
            <pc:sldMk cId="3306488205" sldId="270"/>
            <ac:cxnSpMk id="30" creationId="{78D2D336-39CB-496D-ABA2-79713F8E578D}"/>
          </ac:cxnSpMkLst>
        </pc:cxnChg>
        <pc:cxnChg chg="add del">
          <ac:chgData name="OSCAR LAO GRUESO" userId="001c07dd-8108-4f69-bf01-6ddbb2872b90" providerId="ADAL" clId="{2E09AE06-539B-4D69-882A-5277C2EDC5C9}" dt="2026-06-19T12:20:54.117" v="708" actId="478"/>
          <ac:cxnSpMkLst>
            <pc:docMk/>
            <pc:sldMk cId="3306488205" sldId="270"/>
            <ac:cxnSpMk id="31" creationId="{0BBD1B23-0DEB-4D0E-A114-F4DFEB0F4FA9}"/>
          </ac:cxnSpMkLst>
        </pc:cxnChg>
        <pc:cxnChg chg="add del">
          <ac:chgData name="OSCAR LAO GRUESO" userId="001c07dd-8108-4f69-bf01-6ddbb2872b90" providerId="ADAL" clId="{2E09AE06-539B-4D69-882A-5277C2EDC5C9}" dt="2026-06-19T12:20:54.117" v="708" actId="478"/>
          <ac:cxnSpMkLst>
            <pc:docMk/>
            <pc:sldMk cId="3306488205" sldId="270"/>
            <ac:cxnSpMk id="32" creationId="{2E5E3437-882C-44D4-8947-F2C0FADF6C3C}"/>
          </ac:cxnSpMkLst>
        </pc:cxnChg>
        <pc:cxnChg chg="add mod">
          <ac:chgData name="OSCAR LAO GRUESO" userId="001c07dd-8108-4f69-bf01-6ddbb2872b90" providerId="ADAL" clId="{2E09AE06-539B-4D69-882A-5277C2EDC5C9}" dt="2026-06-19T12:21:20.138" v="714" actId="1038"/>
          <ac:cxnSpMkLst>
            <pc:docMk/>
            <pc:sldMk cId="3306488205" sldId="270"/>
            <ac:cxnSpMk id="33" creationId="{82A06ACD-D68D-4B52-9A48-10C6B505F67B}"/>
          </ac:cxnSpMkLst>
        </pc:cxnChg>
        <pc:cxnChg chg="add mod">
          <ac:chgData name="OSCAR LAO GRUESO" userId="001c07dd-8108-4f69-bf01-6ddbb2872b90" providerId="ADAL" clId="{2E09AE06-539B-4D69-882A-5277C2EDC5C9}" dt="2026-06-19T12:21:29.468" v="718" actId="1036"/>
          <ac:cxnSpMkLst>
            <pc:docMk/>
            <pc:sldMk cId="3306488205" sldId="270"/>
            <ac:cxnSpMk id="34" creationId="{EA798CDB-B1B6-4670-863B-164F47728D3A}"/>
          </ac:cxnSpMkLst>
        </pc:cxnChg>
        <pc:cxnChg chg="add mod">
          <ac:chgData name="OSCAR LAO GRUESO" userId="001c07dd-8108-4f69-bf01-6ddbb2872b90" providerId="ADAL" clId="{2E09AE06-539B-4D69-882A-5277C2EDC5C9}" dt="2026-06-19T12:21:38.354" v="725" actId="1038"/>
          <ac:cxnSpMkLst>
            <pc:docMk/>
            <pc:sldMk cId="3306488205" sldId="270"/>
            <ac:cxnSpMk id="35" creationId="{1DE18583-AD2E-487D-ABEC-3AE682D4A2BB}"/>
          </ac:cxnSpMkLst>
        </pc:cxnChg>
      </pc:sldChg>
    </pc:docChg>
  </pc:docChgLst>
  <pc:docChgLst>
    <pc:chgData name="OSCAR LAO GRUESO" userId="001c07dd-8108-4f69-bf01-6ddbb2872b90" providerId="ADAL" clId="{E30DAFFF-F6C2-4F4F-9314-45146AD00112}"/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6020F5-F44A-4EE8-B8E1-7EC84D182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19FA6A-69D1-4F44-8C6A-D750BD8E6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EA2A8C-E1BE-4CBE-B4AE-1215F1366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DFF0-B497-47A5-A15A-A213F2763CF9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A8BFDF-638F-4E78-9D71-27DBB167E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6B0607-1CCD-4772-9360-6D8814EE8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CB375-DEA6-403E-B672-74B3AB04750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251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1ED0F-9809-4D5A-A2DB-0BD3FAEF6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89BF-FCEA-4CC3-8BE9-3A3EC548B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932BF-CCAE-417D-A863-3A791160E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DFF0-B497-47A5-A15A-A213F2763CF9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9C656C-FD85-4FC0-ACF9-DD2CF67C9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1A0F05-A2F3-451A-8881-C7D6F5A4B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CB375-DEA6-403E-B672-74B3AB04750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154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F19861-6384-477C-9C2F-930C6B763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CBF5AC-DE33-4E8A-AE59-66A04898B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CCD3B8-08CB-4EEC-A65D-00B2E1A46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DFF0-B497-47A5-A15A-A213F2763CF9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6FA5F6-81F1-4C35-A672-F33A892A9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8330DB-2A9B-4E15-9162-FA58A5FE4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CB375-DEA6-403E-B672-74B3AB04750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609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DEB6A2-FB65-426B-A626-F1B681C81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E7C1F2-FF7B-42FA-9A32-FEAEE5924A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F6EF2C-702E-4A40-B302-6D51FF028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D406772-2460-4DD7-A241-46C19567C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DFF0-B497-47A5-A15A-A213F2763CF9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B22285C-1E33-49A7-A266-E777EE44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78FB0D-9A81-4D30-A93E-8153CACF6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CB375-DEA6-403E-B672-74B3AB04750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71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95B68B-2145-4582-A41C-E8881E55A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97EC6C8-4D7C-48C2-AEDD-6C6414EC2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933A81-654C-43E3-B075-80FA1D2A5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DEA3F40-6B15-4B5C-8DD3-4AAF887CC8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0E3E1BF-E932-4635-9DDE-09314AF6BA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4A8836-1543-47F5-A645-0A339327F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DFF0-B497-47A5-A15A-A213F2763CF9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9EAA1A-4A6C-4FF9-8868-B41DA37AF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73CCB6-F5F6-427B-BDAF-03D9558AC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CB375-DEA6-403E-B672-74B3AB04750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507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3774E6-54BF-4534-BE3B-5788CA043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B60F8D9-7B8E-4DE4-9D94-B1CAD370F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DFF0-B497-47A5-A15A-A213F2763CF9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01B9AFC-EE63-440F-9C8E-1CC3A7465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0D2091-23FD-4669-BCEF-78BC7E91E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CB375-DEA6-403E-B672-74B3AB04750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97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12054DC-106A-48BA-BD2F-0798D1D2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DFF0-B497-47A5-A15A-A213F2763CF9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4F068F4-6BF7-47A5-A88F-ACF3D3CEC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E0F258C-A0ED-4B57-9E52-474CD85E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CB375-DEA6-403E-B672-74B3AB04750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804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D4A4F4-4E2D-4430-B0FA-523ADF68B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B5750A-AD52-4BB4-84CD-57CC647ED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41DC46-D3F8-45DE-AB73-5DC20D984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6D5FD8-26F0-4A13-8855-06498840A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DFF0-B497-47A5-A15A-A213F2763CF9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6A0637-4C63-4BEB-A342-9614DCC89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FE98A2-3EEB-4099-A9D3-A528496AC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CB375-DEA6-403E-B672-74B3AB04750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422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E47364-78CE-4F44-B6CF-CD2C81655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DFBDB59-999B-4198-ACA2-92FE344E90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4507D09-1212-4DD2-9530-051A258371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DCF2F7-6FB0-4C52-B0E4-5BAFB7946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DFF0-B497-47A5-A15A-A213F2763CF9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B2D75BE-9CA4-4F08-9A45-2A7DE0503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4BB370E-F75C-4960-9208-BB20EE23E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CB375-DEA6-403E-B672-74B3AB04750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91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821535-AEB9-4789-9D42-D157A401D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F87A5A9-2A5F-4567-8B84-6FB25354F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DE192F-45D9-4AD2-BEE4-D64BAB0A4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DFF0-B497-47A5-A15A-A213F2763CF9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2B693A-74F5-46AE-85D0-C3BCB70C5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E58D02-A2AD-442C-B113-98462985F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CB375-DEA6-403E-B672-74B3AB04750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633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30894B7-69C8-4B43-ABE3-1D3510D7E2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0463880-D1E5-4CD0-AA28-994FBADDA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C23607-45C0-44EF-837A-0E4CDADD7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BDFF0-B497-47A5-A15A-A213F2763CF9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6D87F9-6056-46D7-8420-4F23ACA84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C80193-65C3-46BB-9F69-D203DCBB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6CB375-DEA6-403E-B672-74B3AB04750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296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EABD50-B7FB-497C-8B89-B6E58B8B8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57A5B9A-176D-4B9B-866B-820CAE923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9B1EE8-3D66-49AE-89BA-FDEFE9801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2BDFF0-B497-47A5-A15A-A213F2763CF9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D3E0E4-6E1D-42A3-8CFA-FC67482180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6BDF40-1B03-4B35-B346-38A5D5B856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6CB375-DEA6-403E-B672-74B3AB04750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32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AA0DD6-81DB-4FCE-A027-9F4B042C18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a-ES" dirty="0" err="1"/>
              <a:t>Practical</a:t>
            </a:r>
            <a:r>
              <a:rPr lang="ca-ES" dirty="0"/>
              <a:t> </a:t>
            </a:r>
            <a:r>
              <a:rPr lang="ca-ES" dirty="0" err="1"/>
              <a:t>session</a:t>
            </a:r>
            <a:r>
              <a:rPr lang="ca-ES" dirty="0"/>
              <a:t>. </a:t>
            </a:r>
            <a:r>
              <a:rPr lang="ca-ES" dirty="0" err="1"/>
              <a:t>Coalescence</a:t>
            </a:r>
            <a:r>
              <a:rPr lang="ca-ES" dirty="0"/>
              <a:t> </a:t>
            </a:r>
            <a:r>
              <a:rPr lang="ca-ES" dirty="0" err="1"/>
              <a:t>and</a:t>
            </a:r>
            <a:r>
              <a:rPr lang="ca-ES" dirty="0"/>
              <a:t> </a:t>
            </a:r>
            <a:r>
              <a:rPr lang="ca-ES" dirty="0" err="1"/>
              <a:t>Relate</a:t>
            </a:r>
            <a:endParaRPr lang="en-U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249CC3E-27B7-4508-9BFF-39E47795EA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a-ES" dirty="0"/>
              <a:t>Oscar </a:t>
            </a:r>
            <a:r>
              <a:rPr lang="ca-ES" dirty="0" err="1"/>
              <a:t>Lao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484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52F813-A630-4469-BD29-9746FC961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Model Ne </a:t>
            </a:r>
            <a:r>
              <a:rPr lang="ca-ES" dirty="0" err="1"/>
              <a:t>changes</a:t>
            </a:r>
            <a:endParaRPr lang="en-US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BA99256-B221-47B7-9AD1-F33707BDB077}"/>
              </a:ext>
            </a:extLst>
          </p:cNvPr>
          <p:cNvSpPr/>
          <p:nvPr/>
        </p:nvSpPr>
        <p:spPr>
          <a:xfrm>
            <a:off x="3200400" y="3120273"/>
            <a:ext cx="4503906" cy="32145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/>
              <a:t>NePresent</a:t>
            </a:r>
            <a:endParaRPr lang="en-U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C9445D1-673D-470B-9774-65A7E5595230}"/>
              </a:ext>
            </a:extLst>
          </p:cNvPr>
          <p:cNvSpPr/>
          <p:nvPr/>
        </p:nvSpPr>
        <p:spPr>
          <a:xfrm>
            <a:off x="4562272" y="2121032"/>
            <a:ext cx="1857983" cy="9992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/>
              <a:t>NePast</a:t>
            </a:r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073BB18-49D9-41F7-8C5E-0475ADCF638E}"/>
              </a:ext>
            </a:extLst>
          </p:cNvPr>
          <p:cNvSpPr txBox="1"/>
          <p:nvPr/>
        </p:nvSpPr>
        <p:spPr>
          <a:xfrm>
            <a:off x="7873029" y="2935607"/>
            <a:ext cx="136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time</a:t>
            </a:r>
            <a:r>
              <a:rPr lang="ca-ES" dirty="0"/>
              <a:t> </a:t>
            </a:r>
            <a:r>
              <a:rPr lang="ca-ES" dirty="0" err="1"/>
              <a:t>Change</a:t>
            </a:r>
            <a:endParaRPr lang="en-US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7134F7F-DEF8-4348-B9A3-2FA1EA2F4865}"/>
              </a:ext>
            </a:extLst>
          </p:cNvPr>
          <p:cNvSpPr/>
          <p:nvPr/>
        </p:nvSpPr>
        <p:spPr>
          <a:xfrm>
            <a:off x="4202348" y="6132951"/>
            <a:ext cx="359924" cy="3599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FC071782-2CC1-4ED1-B8AF-6B1CD106CC9C}"/>
              </a:ext>
            </a:extLst>
          </p:cNvPr>
          <p:cNvSpPr/>
          <p:nvPr/>
        </p:nvSpPr>
        <p:spPr>
          <a:xfrm>
            <a:off x="6449438" y="6127749"/>
            <a:ext cx="359924" cy="3599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DF13BEF-FFD7-4158-B910-2B024355C506}"/>
              </a:ext>
            </a:extLst>
          </p:cNvPr>
          <p:cNvSpPr txBox="1"/>
          <p:nvPr/>
        </p:nvSpPr>
        <p:spPr>
          <a:xfrm>
            <a:off x="8443609" y="4727543"/>
            <a:ext cx="1880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Coalescence</a:t>
            </a:r>
            <a:r>
              <a:rPr lang="ca-ES" dirty="0"/>
              <a:t> </a:t>
            </a:r>
            <a:r>
              <a:rPr lang="ca-ES" dirty="0" err="1"/>
              <a:t>rate</a:t>
            </a:r>
            <a:r>
              <a:rPr lang="ca-ES" dirty="0"/>
              <a:t>?</a:t>
            </a:r>
            <a:endParaRPr lang="en-U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9813D85-6611-489F-877D-CF308C08E21D}"/>
              </a:ext>
            </a:extLst>
          </p:cNvPr>
          <p:cNvSpPr txBox="1"/>
          <p:nvPr/>
        </p:nvSpPr>
        <p:spPr>
          <a:xfrm>
            <a:off x="6932579" y="2265236"/>
            <a:ext cx="1880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Coalescence</a:t>
            </a:r>
            <a:r>
              <a:rPr lang="ca-ES" dirty="0"/>
              <a:t> </a:t>
            </a:r>
            <a:r>
              <a:rPr lang="ca-ES" dirty="0" err="1"/>
              <a:t>rate</a:t>
            </a:r>
            <a:r>
              <a:rPr lang="ca-ES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925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52F813-A630-4469-BD29-9746FC961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Model Ne </a:t>
            </a:r>
            <a:r>
              <a:rPr lang="ca-ES" dirty="0" err="1"/>
              <a:t>changes</a:t>
            </a:r>
            <a:endParaRPr lang="en-US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BA99256-B221-47B7-9AD1-F33707BDB077}"/>
              </a:ext>
            </a:extLst>
          </p:cNvPr>
          <p:cNvSpPr/>
          <p:nvPr/>
        </p:nvSpPr>
        <p:spPr>
          <a:xfrm>
            <a:off x="3200400" y="3120273"/>
            <a:ext cx="4503906" cy="32145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/>
              <a:t>NePresent</a:t>
            </a:r>
            <a:endParaRPr lang="en-U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C9445D1-673D-470B-9774-65A7E5595230}"/>
              </a:ext>
            </a:extLst>
          </p:cNvPr>
          <p:cNvSpPr/>
          <p:nvPr/>
        </p:nvSpPr>
        <p:spPr>
          <a:xfrm>
            <a:off x="4562272" y="2121032"/>
            <a:ext cx="1857983" cy="9992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/>
              <a:t>NePast</a:t>
            </a:r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073BB18-49D9-41F7-8C5E-0475ADCF638E}"/>
              </a:ext>
            </a:extLst>
          </p:cNvPr>
          <p:cNvSpPr txBox="1"/>
          <p:nvPr/>
        </p:nvSpPr>
        <p:spPr>
          <a:xfrm>
            <a:off x="7873029" y="2935607"/>
            <a:ext cx="136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time</a:t>
            </a:r>
            <a:r>
              <a:rPr lang="ca-ES" dirty="0"/>
              <a:t> </a:t>
            </a:r>
            <a:r>
              <a:rPr lang="ca-ES" dirty="0" err="1"/>
              <a:t>Change</a:t>
            </a:r>
            <a:endParaRPr lang="en-US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7134F7F-DEF8-4348-B9A3-2FA1EA2F4865}"/>
              </a:ext>
            </a:extLst>
          </p:cNvPr>
          <p:cNvSpPr/>
          <p:nvPr/>
        </p:nvSpPr>
        <p:spPr>
          <a:xfrm>
            <a:off x="4202348" y="6132951"/>
            <a:ext cx="359924" cy="3599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FC071782-2CC1-4ED1-B8AF-6B1CD106CC9C}"/>
              </a:ext>
            </a:extLst>
          </p:cNvPr>
          <p:cNvSpPr/>
          <p:nvPr/>
        </p:nvSpPr>
        <p:spPr>
          <a:xfrm>
            <a:off x="6449438" y="6127749"/>
            <a:ext cx="359924" cy="3599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DF13BEF-FFD7-4158-B910-2B024355C506}"/>
              </a:ext>
            </a:extLst>
          </p:cNvPr>
          <p:cNvSpPr txBox="1"/>
          <p:nvPr/>
        </p:nvSpPr>
        <p:spPr>
          <a:xfrm>
            <a:off x="8443609" y="4727543"/>
            <a:ext cx="136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1/</a:t>
            </a:r>
            <a:r>
              <a:rPr lang="ca-ES" dirty="0" err="1"/>
              <a:t>NePresent</a:t>
            </a:r>
            <a:endParaRPr lang="en-U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9813D85-6611-489F-877D-CF308C08E21D}"/>
              </a:ext>
            </a:extLst>
          </p:cNvPr>
          <p:cNvSpPr txBox="1"/>
          <p:nvPr/>
        </p:nvSpPr>
        <p:spPr>
          <a:xfrm>
            <a:off x="6932579" y="2265236"/>
            <a:ext cx="1044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1/</a:t>
            </a:r>
            <a:r>
              <a:rPr lang="ca-ES" dirty="0" err="1"/>
              <a:t>NePast</a:t>
            </a:r>
            <a:endParaRPr lang="en-US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08CC4591-6949-4D56-A9FD-311899683B5C}"/>
              </a:ext>
            </a:extLst>
          </p:cNvPr>
          <p:cNvCxnSpPr/>
          <p:nvPr/>
        </p:nvCxnSpPr>
        <p:spPr>
          <a:xfrm flipV="1">
            <a:off x="9941668" y="1480711"/>
            <a:ext cx="0" cy="485410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75BE134-CB4D-4C70-A9CC-75472615936F}"/>
              </a:ext>
            </a:extLst>
          </p:cNvPr>
          <p:cNvSpPr txBox="1"/>
          <p:nvPr/>
        </p:nvSpPr>
        <p:spPr>
          <a:xfrm>
            <a:off x="10210969" y="1690688"/>
            <a:ext cx="1695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Going</a:t>
            </a:r>
            <a:r>
              <a:rPr lang="ca-ES" dirty="0"/>
              <a:t> </a:t>
            </a:r>
            <a:r>
              <a:rPr lang="ca-ES" dirty="0" err="1"/>
              <a:t>backward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249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52F813-A630-4469-BD29-9746FC961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Model Ne </a:t>
            </a:r>
            <a:r>
              <a:rPr lang="ca-ES" dirty="0" err="1"/>
              <a:t>changes</a:t>
            </a:r>
            <a:endParaRPr lang="en-US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BA99256-B221-47B7-9AD1-F33707BDB077}"/>
              </a:ext>
            </a:extLst>
          </p:cNvPr>
          <p:cNvSpPr/>
          <p:nvPr/>
        </p:nvSpPr>
        <p:spPr>
          <a:xfrm>
            <a:off x="3200400" y="3120273"/>
            <a:ext cx="4503906" cy="32145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/>
              <a:t>NePresent</a:t>
            </a:r>
            <a:endParaRPr lang="en-U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C9445D1-673D-470B-9774-65A7E5595230}"/>
              </a:ext>
            </a:extLst>
          </p:cNvPr>
          <p:cNvSpPr/>
          <p:nvPr/>
        </p:nvSpPr>
        <p:spPr>
          <a:xfrm>
            <a:off x="4562272" y="2121032"/>
            <a:ext cx="1857983" cy="9992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/>
              <a:t>NePast</a:t>
            </a:r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073BB18-49D9-41F7-8C5E-0475ADCF638E}"/>
              </a:ext>
            </a:extLst>
          </p:cNvPr>
          <p:cNvSpPr txBox="1"/>
          <p:nvPr/>
        </p:nvSpPr>
        <p:spPr>
          <a:xfrm>
            <a:off x="7873029" y="2935607"/>
            <a:ext cx="136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time</a:t>
            </a:r>
            <a:r>
              <a:rPr lang="ca-ES" dirty="0"/>
              <a:t> </a:t>
            </a:r>
            <a:r>
              <a:rPr lang="ca-ES" dirty="0" err="1"/>
              <a:t>Change</a:t>
            </a:r>
            <a:endParaRPr lang="en-US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7134F7F-DEF8-4348-B9A3-2FA1EA2F4865}"/>
              </a:ext>
            </a:extLst>
          </p:cNvPr>
          <p:cNvSpPr/>
          <p:nvPr/>
        </p:nvSpPr>
        <p:spPr>
          <a:xfrm>
            <a:off x="4202348" y="6132951"/>
            <a:ext cx="359924" cy="3599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FC071782-2CC1-4ED1-B8AF-6B1CD106CC9C}"/>
              </a:ext>
            </a:extLst>
          </p:cNvPr>
          <p:cNvSpPr/>
          <p:nvPr/>
        </p:nvSpPr>
        <p:spPr>
          <a:xfrm>
            <a:off x="6449438" y="6127749"/>
            <a:ext cx="359924" cy="3599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DF13BEF-FFD7-4158-B910-2B024355C506}"/>
              </a:ext>
            </a:extLst>
          </p:cNvPr>
          <p:cNvSpPr txBox="1"/>
          <p:nvPr/>
        </p:nvSpPr>
        <p:spPr>
          <a:xfrm>
            <a:off x="8443609" y="4727543"/>
            <a:ext cx="136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1/</a:t>
            </a:r>
            <a:r>
              <a:rPr lang="ca-ES" dirty="0" err="1"/>
              <a:t>NePresent</a:t>
            </a:r>
            <a:endParaRPr lang="en-U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9813D85-6611-489F-877D-CF308C08E21D}"/>
              </a:ext>
            </a:extLst>
          </p:cNvPr>
          <p:cNvSpPr txBox="1"/>
          <p:nvPr/>
        </p:nvSpPr>
        <p:spPr>
          <a:xfrm>
            <a:off x="6932579" y="2265236"/>
            <a:ext cx="1044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1/</a:t>
            </a:r>
            <a:r>
              <a:rPr lang="ca-ES" dirty="0" err="1"/>
              <a:t>NePast</a:t>
            </a:r>
            <a:endParaRPr lang="en-US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08CC4591-6949-4D56-A9FD-311899683B5C}"/>
              </a:ext>
            </a:extLst>
          </p:cNvPr>
          <p:cNvCxnSpPr/>
          <p:nvPr/>
        </p:nvCxnSpPr>
        <p:spPr>
          <a:xfrm flipV="1">
            <a:off x="9941668" y="1480711"/>
            <a:ext cx="0" cy="485410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75BE134-CB4D-4C70-A9CC-75472615936F}"/>
              </a:ext>
            </a:extLst>
          </p:cNvPr>
          <p:cNvSpPr txBox="1"/>
          <p:nvPr/>
        </p:nvSpPr>
        <p:spPr>
          <a:xfrm>
            <a:off x="10210969" y="1690688"/>
            <a:ext cx="1695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Going</a:t>
            </a:r>
            <a:r>
              <a:rPr lang="ca-ES" dirty="0"/>
              <a:t> </a:t>
            </a:r>
            <a:r>
              <a:rPr lang="ca-ES" dirty="0" err="1"/>
              <a:t>backward</a:t>
            </a:r>
            <a:endParaRPr lang="en-US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F1F56B99-36E8-4AD7-B19E-1B171BB557B9}"/>
              </a:ext>
            </a:extLst>
          </p:cNvPr>
          <p:cNvCxnSpPr>
            <a:cxnSpLocks/>
          </p:cNvCxnSpPr>
          <p:nvPr/>
        </p:nvCxnSpPr>
        <p:spPr>
          <a:xfrm flipV="1">
            <a:off x="6624536" y="3429000"/>
            <a:ext cx="0" cy="269874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07BAF16-F247-45E5-8D0C-8B8D56EDF8E2}"/>
              </a:ext>
            </a:extLst>
          </p:cNvPr>
          <p:cNvCxnSpPr>
            <a:cxnSpLocks/>
          </p:cNvCxnSpPr>
          <p:nvPr/>
        </p:nvCxnSpPr>
        <p:spPr>
          <a:xfrm flipV="1">
            <a:off x="4374204" y="3429000"/>
            <a:ext cx="0" cy="269874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F0A53FA6-1701-4F23-BDA1-7AE844834EA6}"/>
              </a:ext>
            </a:extLst>
          </p:cNvPr>
          <p:cNvCxnSpPr>
            <a:cxnSpLocks/>
          </p:cNvCxnSpPr>
          <p:nvPr/>
        </p:nvCxnSpPr>
        <p:spPr>
          <a:xfrm flipH="1">
            <a:off x="4374204" y="3429000"/>
            <a:ext cx="225033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2371D18-D60E-400D-B3D2-17670E8A4B73}"/>
              </a:ext>
            </a:extLst>
          </p:cNvPr>
          <p:cNvSpPr txBox="1"/>
          <p:nvPr/>
        </p:nvSpPr>
        <p:spPr>
          <a:xfrm>
            <a:off x="1179851" y="3244334"/>
            <a:ext cx="17512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 err="1"/>
              <a:t>Coalescence</a:t>
            </a:r>
            <a:r>
              <a:rPr lang="ca-ES" dirty="0"/>
              <a:t> </a:t>
            </a:r>
            <a:r>
              <a:rPr lang="ca-ES" dirty="0" err="1"/>
              <a:t>follows</a:t>
            </a:r>
            <a:r>
              <a:rPr lang="ca-ES" dirty="0"/>
              <a:t> </a:t>
            </a:r>
            <a:r>
              <a:rPr lang="ca-ES" dirty="0" err="1"/>
              <a:t>exponential</a:t>
            </a:r>
            <a:r>
              <a:rPr lang="ca-ES" dirty="0"/>
              <a:t> </a:t>
            </a:r>
            <a:r>
              <a:rPr lang="ca-ES" dirty="0" err="1"/>
              <a:t>with</a:t>
            </a:r>
            <a:r>
              <a:rPr lang="ca-ES" dirty="0"/>
              <a:t> </a:t>
            </a:r>
            <a:r>
              <a:rPr lang="ca-ES" dirty="0" err="1"/>
              <a:t>parameter</a:t>
            </a:r>
            <a:r>
              <a:rPr lang="ca-ES" dirty="0"/>
              <a:t> 1/</a:t>
            </a:r>
            <a:r>
              <a:rPr lang="ca-ES" dirty="0" err="1"/>
              <a:t>NePresent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5098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52F813-A630-4469-BD29-9746FC961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Model Ne </a:t>
            </a:r>
            <a:r>
              <a:rPr lang="ca-ES" dirty="0" err="1"/>
              <a:t>changes</a:t>
            </a:r>
            <a:endParaRPr lang="en-US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BA99256-B221-47B7-9AD1-F33707BDB077}"/>
              </a:ext>
            </a:extLst>
          </p:cNvPr>
          <p:cNvSpPr/>
          <p:nvPr/>
        </p:nvSpPr>
        <p:spPr>
          <a:xfrm>
            <a:off x="3200400" y="3120273"/>
            <a:ext cx="4503906" cy="32145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/>
              <a:t>NePresent</a:t>
            </a:r>
            <a:endParaRPr lang="en-U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C9445D1-673D-470B-9774-65A7E5595230}"/>
              </a:ext>
            </a:extLst>
          </p:cNvPr>
          <p:cNvSpPr/>
          <p:nvPr/>
        </p:nvSpPr>
        <p:spPr>
          <a:xfrm>
            <a:off x="4562272" y="2121032"/>
            <a:ext cx="1857983" cy="9992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/>
              <a:t>NePast</a:t>
            </a:r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073BB18-49D9-41F7-8C5E-0475ADCF638E}"/>
              </a:ext>
            </a:extLst>
          </p:cNvPr>
          <p:cNvSpPr txBox="1"/>
          <p:nvPr/>
        </p:nvSpPr>
        <p:spPr>
          <a:xfrm>
            <a:off x="7873029" y="2935607"/>
            <a:ext cx="136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time</a:t>
            </a:r>
            <a:r>
              <a:rPr lang="ca-ES" dirty="0"/>
              <a:t> </a:t>
            </a:r>
            <a:r>
              <a:rPr lang="ca-ES" dirty="0" err="1"/>
              <a:t>Change</a:t>
            </a:r>
            <a:endParaRPr lang="en-US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7134F7F-DEF8-4348-B9A3-2FA1EA2F4865}"/>
              </a:ext>
            </a:extLst>
          </p:cNvPr>
          <p:cNvSpPr/>
          <p:nvPr/>
        </p:nvSpPr>
        <p:spPr>
          <a:xfrm>
            <a:off x="4202348" y="6132951"/>
            <a:ext cx="359924" cy="3599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FC071782-2CC1-4ED1-B8AF-6B1CD106CC9C}"/>
              </a:ext>
            </a:extLst>
          </p:cNvPr>
          <p:cNvSpPr/>
          <p:nvPr/>
        </p:nvSpPr>
        <p:spPr>
          <a:xfrm>
            <a:off x="6449438" y="6127749"/>
            <a:ext cx="359924" cy="3599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DF13BEF-FFD7-4158-B910-2B024355C506}"/>
              </a:ext>
            </a:extLst>
          </p:cNvPr>
          <p:cNvSpPr txBox="1"/>
          <p:nvPr/>
        </p:nvSpPr>
        <p:spPr>
          <a:xfrm>
            <a:off x="8443609" y="4727543"/>
            <a:ext cx="136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1/</a:t>
            </a:r>
            <a:r>
              <a:rPr lang="ca-ES" dirty="0" err="1"/>
              <a:t>NePresent</a:t>
            </a:r>
            <a:endParaRPr lang="en-U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9813D85-6611-489F-877D-CF308C08E21D}"/>
              </a:ext>
            </a:extLst>
          </p:cNvPr>
          <p:cNvSpPr txBox="1"/>
          <p:nvPr/>
        </p:nvSpPr>
        <p:spPr>
          <a:xfrm>
            <a:off x="6932579" y="2265236"/>
            <a:ext cx="1044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1/</a:t>
            </a:r>
            <a:r>
              <a:rPr lang="ca-ES" dirty="0" err="1"/>
              <a:t>NePast</a:t>
            </a:r>
            <a:endParaRPr lang="en-US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08CC4591-6949-4D56-A9FD-311899683B5C}"/>
              </a:ext>
            </a:extLst>
          </p:cNvPr>
          <p:cNvCxnSpPr/>
          <p:nvPr/>
        </p:nvCxnSpPr>
        <p:spPr>
          <a:xfrm flipV="1">
            <a:off x="9941668" y="1480711"/>
            <a:ext cx="0" cy="485410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75BE134-CB4D-4C70-A9CC-75472615936F}"/>
              </a:ext>
            </a:extLst>
          </p:cNvPr>
          <p:cNvSpPr txBox="1"/>
          <p:nvPr/>
        </p:nvSpPr>
        <p:spPr>
          <a:xfrm>
            <a:off x="10210969" y="1690688"/>
            <a:ext cx="1695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Going</a:t>
            </a:r>
            <a:r>
              <a:rPr lang="ca-ES" dirty="0"/>
              <a:t> </a:t>
            </a:r>
            <a:r>
              <a:rPr lang="ca-ES" dirty="0" err="1"/>
              <a:t>backward</a:t>
            </a:r>
            <a:endParaRPr lang="en-US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F1F56B99-36E8-4AD7-B19E-1B171BB557B9}"/>
              </a:ext>
            </a:extLst>
          </p:cNvPr>
          <p:cNvCxnSpPr>
            <a:cxnSpLocks/>
          </p:cNvCxnSpPr>
          <p:nvPr/>
        </p:nvCxnSpPr>
        <p:spPr>
          <a:xfrm flipV="1">
            <a:off x="6624536" y="2397868"/>
            <a:ext cx="0" cy="372988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07BAF16-F247-45E5-8D0C-8B8D56EDF8E2}"/>
              </a:ext>
            </a:extLst>
          </p:cNvPr>
          <p:cNvCxnSpPr>
            <a:cxnSpLocks/>
          </p:cNvCxnSpPr>
          <p:nvPr/>
        </p:nvCxnSpPr>
        <p:spPr>
          <a:xfrm flipV="1">
            <a:off x="4374204" y="2397868"/>
            <a:ext cx="0" cy="372988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F0A53FA6-1701-4F23-BDA1-7AE844834EA6}"/>
              </a:ext>
            </a:extLst>
          </p:cNvPr>
          <p:cNvCxnSpPr>
            <a:cxnSpLocks/>
          </p:cNvCxnSpPr>
          <p:nvPr/>
        </p:nvCxnSpPr>
        <p:spPr>
          <a:xfrm flipH="1">
            <a:off x="4374204" y="2397868"/>
            <a:ext cx="225033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2371D18-D60E-400D-B3D2-17670E8A4B73}"/>
              </a:ext>
            </a:extLst>
          </p:cNvPr>
          <p:cNvSpPr txBox="1"/>
          <p:nvPr/>
        </p:nvSpPr>
        <p:spPr>
          <a:xfrm>
            <a:off x="1040860" y="2213202"/>
            <a:ext cx="21595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 err="1"/>
              <a:t>Coalescence</a:t>
            </a:r>
            <a:r>
              <a:rPr lang="ca-ES" dirty="0"/>
              <a:t> </a:t>
            </a:r>
            <a:r>
              <a:rPr lang="ca-ES" dirty="0" err="1"/>
              <a:t>follows</a:t>
            </a:r>
            <a:r>
              <a:rPr lang="ca-ES" dirty="0"/>
              <a:t> </a:t>
            </a:r>
          </a:p>
          <a:p>
            <a:r>
              <a:rPr lang="ca-ES" dirty="0" err="1"/>
              <a:t>Exponential</a:t>
            </a:r>
            <a:r>
              <a:rPr lang="ca-ES" dirty="0"/>
              <a:t> </a:t>
            </a:r>
            <a:r>
              <a:rPr lang="ca-ES" dirty="0" err="1"/>
              <a:t>with</a:t>
            </a:r>
            <a:r>
              <a:rPr lang="ca-ES" dirty="0"/>
              <a:t> </a:t>
            </a:r>
            <a:r>
              <a:rPr lang="ca-ES" dirty="0" err="1"/>
              <a:t>parameter</a:t>
            </a:r>
            <a:r>
              <a:rPr lang="ca-ES" dirty="0"/>
              <a:t> 1/</a:t>
            </a:r>
            <a:r>
              <a:rPr lang="ca-ES" dirty="0" err="1"/>
              <a:t>NePast</a:t>
            </a:r>
            <a:r>
              <a:rPr lang="ca-ES" dirty="0"/>
              <a:t> </a:t>
            </a:r>
            <a:r>
              <a:rPr lang="ca-ES" dirty="0" err="1"/>
              <a:t>conditioned</a:t>
            </a:r>
            <a:r>
              <a:rPr lang="ca-ES" dirty="0"/>
              <a:t> </a:t>
            </a:r>
            <a:r>
              <a:rPr lang="ca-ES" dirty="0" err="1"/>
              <a:t>it</a:t>
            </a:r>
            <a:r>
              <a:rPr lang="ca-ES" dirty="0"/>
              <a:t> </a:t>
            </a:r>
            <a:r>
              <a:rPr lang="ca-ES" dirty="0" err="1"/>
              <a:t>did</a:t>
            </a:r>
            <a:r>
              <a:rPr lang="ca-ES" dirty="0"/>
              <a:t> </a:t>
            </a:r>
            <a:r>
              <a:rPr lang="ca-ES" dirty="0" err="1"/>
              <a:t>not</a:t>
            </a:r>
            <a:r>
              <a:rPr lang="ca-ES" dirty="0"/>
              <a:t> </a:t>
            </a:r>
            <a:r>
              <a:rPr lang="ca-ES" dirty="0" err="1"/>
              <a:t>reached</a:t>
            </a:r>
            <a:r>
              <a:rPr lang="ca-ES" dirty="0"/>
              <a:t> </a:t>
            </a:r>
            <a:r>
              <a:rPr lang="ca-ES" dirty="0" err="1"/>
              <a:t>coalescence</a:t>
            </a:r>
            <a:r>
              <a:rPr lang="ca-ES" dirty="0"/>
              <a:t> in </a:t>
            </a:r>
            <a:r>
              <a:rPr lang="ca-ES" dirty="0" err="1"/>
              <a:t>the</a:t>
            </a:r>
            <a:r>
              <a:rPr lang="ca-ES" dirty="0"/>
              <a:t> </a:t>
            </a:r>
            <a:r>
              <a:rPr lang="ca-ES" dirty="0" err="1"/>
              <a:t>previous</a:t>
            </a:r>
            <a:r>
              <a:rPr lang="ca-ES" dirty="0"/>
              <a:t> 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386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52F813-A630-4469-BD29-9746FC961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Model Ne </a:t>
            </a:r>
            <a:r>
              <a:rPr lang="ca-ES" dirty="0" err="1"/>
              <a:t>changes</a:t>
            </a:r>
            <a:endParaRPr lang="en-US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BA99256-B221-47B7-9AD1-F33707BDB077}"/>
              </a:ext>
            </a:extLst>
          </p:cNvPr>
          <p:cNvSpPr/>
          <p:nvPr/>
        </p:nvSpPr>
        <p:spPr>
          <a:xfrm>
            <a:off x="3200400" y="3120273"/>
            <a:ext cx="4503906" cy="32145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/>
              <a:t>NePresent</a:t>
            </a:r>
            <a:endParaRPr lang="en-U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C9445D1-673D-470B-9774-65A7E5595230}"/>
              </a:ext>
            </a:extLst>
          </p:cNvPr>
          <p:cNvSpPr/>
          <p:nvPr/>
        </p:nvSpPr>
        <p:spPr>
          <a:xfrm>
            <a:off x="4562272" y="2121032"/>
            <a:ext cx="1857983" cy="9992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/>
              <a:t>NePast</a:t>
            </a:r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073BB18-49D9-41F7-8C5E-0475ADCF638E}"/>
              </a:ext>
            </a:extLst>
          </p:cNvPr>
          <p:cNvSpPr txBox="1"/>
          <p:nvPr/>
        </p:nvSpPr>
        <p:spPr>
          <a:xfrm>
            <a:off x="7873029" y="2935607"/>
            <a:ext cx="136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time</a:t>
            </a:r>
            <a:r>
              <a:rPr lang="ca-ES" dirty="0"/>
              <a:t> </a:t>
            </a:r>
            <a:r>
              <a:rPr lang="ca-ES" dirty="0" err="1"/>
              <a:t>Change</a:t>
            </a:r>
            <a:endParaRPr lang="en-US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7134F7F-DEF8-4348-B9A3-2FA1EA2F4865}"/>
              </a:ext>
            </a:extLst>
          </p:cNvPr>
          <p:cNvSpPr/>
          <p:nvPr/>
        </p:nvSpPr>
        <p:spPr>
          <a:xfrm>
            <a:off x="4202348" y="6132951"/>
            <a:ext cx="359924" cy="3599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FC071782-2CC1-4ED1-B8AF-6B1CD106CC9C}"/>
              </a:ext>
            </a:extLst>
          </p:cNvPr>
          <p:cNvSpPr/>
          <p:nvPr/>
        </p:nvSpPr>
        <p:spPr>
          <a:xfrm>
            <a:off x="6449438" y="6127749"/>
            <a:ext cx="359924" cy="3599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DF13BEF-FFD7-4158-B910-2B024355C506}"/>
              </a:ext>
            </a:extLst>
          </p:cNvPr>
          <p:cNvSpPr txBox="1"/>
          <p:nvPr/>
        </p:nvSpPr>
        <p:spPr>
          <a:xfrm>
            <a:off x="8443609" y="4727543"/>
            <a:ext cx="136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1/</a:t>
            </a:r>
            <a:r>
              <a:rPr lang="ca-ES" dirty="0" err="1"/>
              <a:t>NePresent</a:t>
            </a:r>
            <a:endParaRPr lang="en-U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9813D85-6611-489F-877D-CF308C08E21D}"/>
              </a:ext>
            </a:extLst>
          </p:cNvPr>
          <p:cNvSpPr txBox="1"/>
          <p:nvPr/>
        </p:nvSpPr>
        <p:spPr>
          <a:xfrm>
            <a:off x="6932579" y="2265236"/>
            <a:ext cx="1044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1/</a:t>
            </a:r>
            <a:r>
              <a:rPr lang="ca-ES" dirty="0" err="1"/>
              <a:t>NePast</a:t>
            </a:r>
            <a:endParaRPr lang="en-US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08CC4591-6949-4D56-A9FD-311899683B5C}"/>
              </a:ext>
            </a:extLst>
          </p:cNvPr>
          <p:cNvCxnSpPr/>
          <p:nvPr/>
        </p:nvCxnSpPr>
        <p:spPr>
          <a:xfrm flipV="1">
            <a:off x="9941668" y="1480711"/>
            <a:ext cx="0" cy="485410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75BE134-CB4D-4C70-A9CC-75472615936F}"/>
              </a:ext>
            </a:extLst>
          </p:cNvPr>
          <p:cNvSpPr txBox="1"/>
          <p:nvPr/>
        </p:nvSpPr>
        <p:spPr>
          <a:xfrm>
            <a:off x="10210969" y="1690688"/>
            <a:ext cx="1695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Going</a:t>
            </a:r>
            <a:r>
              <a:rPr lang="ca-ES" dirty="0"/>
              <a:t> </a:t>
            </a:r>
            <a:r>
              <a:rPr lang="ca-ES" dirty="0" err="1"/>
              <a:t>backward</a:t>
            </a:r>
            <a:endParaRPr lang="en-US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F1F56B99-36E8-4AD7-B19E-1B171BB557B9}"/>
              </a:ext>
            </a:extLst>
          </p:cNvPr>
          <p:cNvCxnSpPr>
            <a:cxnSpLocks/>
          </p:cNvCxnSpPr>
          <p:nvPr/>
        </p:nvCxnSpPr>
        <p:spPr>
          <a:xfrm flipV="1">
            <a:off x="6624536" y="2397868"/>
            <a:ext cx="0" cy="372988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07BAF16-F247-45E5-8D0C-8B8D56EDF8E2}"/>
              </a:ext>
            </a:extLst>
          </p:cNvPr>
          <p:cNvCxnSpPr>
            <a:cxnSpLocks/>
          </p:cNvCxnSpPr>
          <p:nvPr/>
        </p:nvCxnSpPr>
        <p:spPr>
          <a:xfrm flipV="1">
            <a:off x="4374204" y="2397868"/>
            <a:ext cx="0" cy="372988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F0A53FA6-1701-4F23-BDA1-7AE844834EA6}"/>
              </a:ext>
            </a:extLst>
          </p:cNvPr>
          <p:cNvCxnSpPr>
            <a:cxnSpLocks/>
          </p:cNvCxnSpPr>
          <p:nvPr/>
        </p:nvCxnSpPr>
        <p:spPr>
          <a:xfrm flipH="1">
            <a:off x="4374204" y="2397868"/>
            <a:ext cx="225033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2371D18-D60E-400D-B3D2-17670E8A4B73}"/>
              </a:ext>
            </a:extLst>
          </p:cNvPr>
          <p:cNvSpPr txBox="1"/>
          <p:nvPr/>
        </p:nvSpPr>
        <p:spPr>
          <a:xfrm>
            <a:off x="1040860" y="2213202"/>
            <a:ext cx="21595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 err="1"/>
              <a:t>Coalescence</a:t>
            </a:r>
            <a:r>
              <a:rPr lang="ca-ES" dirty="0"/>
              <a:t> </a:t>
            </a:r>
            <a:r>
              <a:rPr lang="ca-ES" dirty="0" err="1"/>
              <a:t>follows</a:t>
            </a:r>
            <a:r>
              <a:rPr lang="ca-ES" dirty="0"/>
              <a:t> </a:t>
            </a:r>
          </a:p>
          <a:p>
            <a:r>
              <a:rPr lang="ca-ES" dirty="0" err="1"/>
              <a:t>time</a:t>
            </a:r>
            <a:r>
              <a:rPr lang="ca-ES" dirty="0"/>
              <a:t> </a:t>
            </a:r>
            <a:r>
              <a:rPr lang="ca-ES" dirty="0" err="1"/>
              <a:t>Change</a:t>
            </a:r>
            <a:r>
              <a:rPr lang="ca-ES" dirty="0"/>
              <a:t> + </a:t>
            </a:r>
            <a:r>
              <a:rPr lang="ca-ES" dirty="0" err="1"/>
              <a:t>Exponential</a:t>
            </a:r>
            <a:r>
              <a:rPr lang="ca-ES" dirty="0"/>
              <a:t> </a:t>
            </a:r>
            <a:r>
              <a:rPr lang="ca-ES" dirty="0" err="1"/>
              <a:t>with</a:t>
            </a:r>
            <a:r>
              <a:rPr lang="ca-ES" dirty="0"/>
              <a:t> </a:t>
            </a:r>
            <a:r>
              <a:rPr lang="ca-ES" dirty="0" err="1"/>
              <a:t>parameter</a:t>
            </a:r>
            <a:r>
              <a:rPr lang="ca-ES" dirty="0"/>
              <a:t> 1/</a:t>
            </a:r>
            <a:r>
              <a:rPr lang="ca-ES" dirty="0" err="1"/>
              <a:t>NePast</a:t>
            </a:r>
            <a:r>
              <a:rPr lang="ca-ES" dirty="0"/>
              <a:t> </a:t>
            </a:r>
            <a:r>
              <a:rPr lang="ca-ES" dirty="0" err="1"/>
              <a:t>conditioned</a:t>
            </a:r>
            <a:r>
              <a:rPr lang="ca-ES" dirty="0"/>
              <a:t> </a:t>
            </a:r>
            <a:r>
              <a:rPr lang="ca-ES" dirty="0" err="1"/>
              <a:t>it</a:t>
            </a:r>
            <a:r>
              <a:rPr lang="ca-ES" dirty="0"/>
              <a:t> </a:t>
            </a:r>
            <a:r>
              <a:rPr lang="ca-ES" dirty="0" err="1"/>
              <a:t>did</a:t>
            </a:r>
            <a:r>
              <a:rPr lang="ca-ES" dirty="0"/>
              <a:t> </a:t>
            </a:r>
            <a:r>
              <a:rPr lang="ca-ES" dirty="0" err="1"/>
              <a:t>not</a:t>
            </a:r>
            <a:r>
              <a:rPr lang="ca-ES" dirty="0"/>
              <a:t> </a:t>
            </a:r>
            <a:r>
              <a:rPr lang="ca-ES" dirty="0" err="1"/>
              <a:t>reached</a:t>
            </a:r>
            <a:r>
              <a:rPr lang="ca-ES" dirty="0"/>
              <a:t> </a:t>
            </a:r>
            <a:r>
              <a:rPr lang="ca-ES" dirty="0" err="1"/>
              <a:t>coalescence</a:t>
            </a:r>
            <a:r>
              <a:rPr lang="ca-ES" dirty="0"/>
              <a:t> in </a:t>
            </a:r>
            <a:r>
              <a:rPr lang="ca-ES" dirty="0" err="1"/>
              <a:t>the</a:t>
            </a:r>
            <a:r>
              <a:rPr lang="ca-ES" dirty="0"/>
              <a:t> </a:t>
            </a:r>
            <a:r>
              <a:rPr lang="ca-ES" dirty="0" err="1"/>
              <a:t>previous</a:t>
            </a:r>
            <a:r>
              <a:rPr lang="ca-ES" dirty="0"/>
              <a:t> Ne</a:t>
            </a:r>
            <a:endParaRPr lang="en-U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83971439-A975-4324-B3EE-2329F15C6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32" y="4682147"/>
            <a:ext cx="2820347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841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9D14FF-A823-46C2-93B5-964AC164E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 err="1"/>
              <a:t>Pseudocode</a:t>
            </a:r>
            <a:r>
              <a:rPr lang="ca-ES" dirty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318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52F813-A630-4469-BD29-9746FC961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Model Ne </a:t>
            </a:r>
            <a:r>
              <a:rPr lang="ca-ES" dirty="0" err="1"/>
              <a:t>bottleneck</a:t>
            </a:r>
            <a:endParaRPr lang="en-US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BA99256-B221-47B7-9AD1-F33707BDB077}"/>
              </a:ext>
            </a:extLst>
          </p:cNvPr>
          <p:cNvSpPr/>
          <p:nvPr/>
        </p:nvSpPr>
        <p:spPr>
          <a:xfrm>
            <a:off x="3200400" y="3120273"/>
            <a:ext cx="4503906" cy="32145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/>
              <a:t>NePresent</a:t>
            </a:r>
            <a:endParaRPr lang="en-U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C9445D1-673D-470B-9774-65A7E5595230}"/>
              </a:ext>
            </a:extLst>
          </p:cNvPr>
          <p:cNvSpPr/>
          <p:nvPr/>
        </p:nvSpPr>
        <p:spPr>
          <a:xfrm>
            <a:off x="4562272" y="2121032"/>
            <a:ext cx="1857983" cy="9992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/>
              <a:t>NePast</a:t>
            </a:r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073BB18-49D9-41F7-8C5E-0475ADCF638E}"/>
              </a:ext>
            </a:extLst>
          </p:cNvPr>
          <p:cNvSpPr txBox="1"/>
          <p:nvPr/>
        </p:nvSpPr>
        <p:spPr>
          <a:xfrm>
            <a:off x="7873029" y="2935607"/>
            <a:ext cx="136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time</a:t>
            </a:r>
            <a:r>
              <a:rPr lang="ca-ES" dirty="0"/>
              <a:t> </a:t>
            </a:r>
            <a:r>
              <a:rPr lang="ca-ES" dirty="0" err="1"/>
              <a:t>Change</a:t>
            </a:r>
            <a:endParaRPr lang="en-US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7134F7F-DEF8-4348-B9A3-2FA1EA2F4865}"/>
              </a:ext>
            </a:extLst>
          </p:cNvPr>
          <p:cNvSpPr/>
          <p:nvPr/>
        </p:nvSpPr>
        <p:spPr>
          <a:xfrm>
            <a:off x="4202348" y="6132951"/>
            <a:ext cx="359924" cy="3599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FC071782-2CC1-4ED1-B8AF-6B1CD106CC9C}"/>
              </a:ext>
            </a:extLst>
          </p:cNvPr>
          <p:cNvSpPr/>
          <p:nvPr/>
        </p:nvSpPr>
        <p:spPr>
          <a:xfrm>
            <a:off x="6449438" y="6127749"/>
            <a:ext cx="359924" cy="3599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DF13BEF-FFD7-4158-B910-2B024355C506}"/>
              </a:ext>
            </a:extLst>
          </p:cNvPr>
          <p:cNvSpPr txBox="1"/>
          <p:nvPr/>
        </p:nvSpPr>
        <p:spPr>
          <a:xfrm>
            <a:off x="8443609" y="4727543"/>
            <a:ext cx="136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1/</a:t>
            </a:r>
            <a:r>
              <a:rPr lang="ca-ES" dirty="0" err="1"/>
              <a:t>NePresent</a:t>
            </a:r>
            <a:endParaRPr lang="en-U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9813D85-6611-489F-877D-CF308C08E21D}"/>
              </a:ext>
            </a:extLst>
          </p:cNvPr>
          <p:cNvSpPr txBox="1"/>
          <p:nvPr/>
        </p:nvSpPr>
        <p:spPr>
          <a:xfrm>
            <a:off x="6932579" y="2265236"/>
            <a:ext cx="1044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1/</a:t>
            </a:r>
            <a:r>
              <a:rPr lang="ca-ES" dirty="0" err="1"/>
              <a:t>NePast</a:t>
            </a:r>
            <a:endParaRPr lang="en-US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08CC4591-6949-4D56-A9FD-311899683B5C}"/>
              </a:ext>
            </a:extLst>
          </p:cNvPr>
          <p:cNvCxnSpPr/>
          <p:nvPr/>
        </p:nvCxnSpPr>
        <p:spPr>
          <a:xfrm flipV="1">
            <a:off x="9941668" y="1480711"/>
            <a:ext cx="0" cy="485410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75BE134-CB4D-4C70-A9CC-75472615936F}"/>
              </a:ext>
            </a:extLst>
          </p:cNvPr>
          <p:cNvSpPr txBox="1"/>
          <p:nvPr/>
        </p:nvSpPr>
        <p:spPr>
          <a:xfrm>
            <a:off x="10210969" y="1690688"/>
            <a:ext cx="1695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Going</a:t>
            </a:r>
            <a:r>
              <a:rPr lang="ca-ES" dirty="0"/>
              <a:t> </a:t>
            </a:r>
            <a:r>
              <a:rPr lang="ca-ES" dirty="0" err="1"/>
              <a:t>backward</a:t>
            </a:r>
            <a:endParaRPr lang="en-US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F1F56B99-36E8-4AD7-B19E-1B171BB557B9}"/>
              </a:ext>
            </a:extLst>
          </p:cNvPr>
          <p:cNvCxnSpPr>
            <a:cxnSpLocks/>
          </p:cNvCxnSpPr>
          <p:nvPr/>
        </p:nvCxnSpPr>
        <p:spPr>
          <a:xfrm flipV="1">
            <a:off x="6624536" y="2397868"/>
            <a:ext cx="0" cy="372988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07BAF16-F247-45E5-8D0C-8B8D56EDF8E2}"/>
              </a:ext>
            </a:extLst>
          </p:cNvPr>
          <p:cNvCxnSpPr>
            <a:cxnSpLocks/>
          </p:cNvCxnSpPr>
          <p:nvPr/>
        </p:nvCxnSpPr>
        <p:spPr>
          <a:xfrm flipV="1">
            <a:off x="4374204" y="2397868"/>
            <a:ext cx="0" cy="372988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F0A53FA6-1701-4F23-BDA1-7AE844834EA6}"/>
              </a:ext>
            </a:extLst>
          </p:cNvPr>
          <p:cNvCxnSpPr>
            <a:cxnSpLocks/>
          </p:cNvCxnSpPr>
          <p:nvPr/>
        </p:nvCxnSpPr>
        <p:spPr>
          <a:xfrm flipH="1">
            <a:off x="4374204" y="2397868"/>
            <a:ext cx="225033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2371D18-D60E-400D-B3D2-17670E8A4B73}"/>
              </a:ext>
            </a:extLst>
          </p:cNvPr>
          <p:cNvSpPr txBox="1"/>
          <p:nvPr/>
        </p:nvSpPr>
        <p:spPr>
          <a:xfrm>
            <a:off x="1040860" y="2213202"/>
            <a:ext cx="215954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 err="1"/>
              <a:t>Coalescence</a:t>
            </a:r>
            <a:r>
              <a:rPr lang="ca-ES" dirty="0"/>
              <a:t> </a:t>
            </a:r>
            <a:r>
              <a:rPr lang="ca-ES" dirty="0" err="1"/>
              <a:t>follows</a:t>
            </a:r>
            <a:r>
              <a:rPr lang="ca-ES" dirty="0"/>
              <a:t> </a:t>
            </a:r>
          </a:p>
          <a:p>
            <a:r>
              <a:rPr lang="ca-ES" dirty="0" err="1"/>
              <a:t>Time</a:t>
            </a:r>
            <a:r>
              <a:rPr lang="ca-ES" dirty="0"/>
              <a:t> </a:t>
            </a:r>
            <a:r>
              <a:rPr lang="ca-ES" dirty="0" err="1"/>
              <a:t>Change</a:t>
            </a:r>
            <a:r>
              <a:rPr lang="ca-ES" dirty="0"/>
              <a:t> + </a:t>
            </a:r>
            <a:r>
              <a:rPr lang="ca-ES" dirty="0" err="1"/>
              <a:t>Exponential</a:t>
            </a:r>
            <a:r>
              <a:rPr lang="ca-ES" dirty="0"/>
              <a:t> </a:t>
            </a:r>
            <a:r>
              <a:rPr lang="ca-ES" dirty="0" err="1"/>
              <a:t>with</a:t>
            </a:r>
            <a:r>
              <a:rPr lang="ca-ES" dirty="0"/>
              <a:t> </a:t>
            </a:r>
            <a:r>
              <a:rPr lang="ca-ES" dirty="0" err="1"/>
              <a:t>parameter</a:t>
            </a:r>
            <a:r>
              <a:rPr lang="ca-ES" dirty="0"/>
              <a:t> 1/</a:t>
            </a:r>
            <a:r>
              <a:rPr lang="ca-ES" dirty="0" err="1"/>
              <a:t>NePast</a:t>
            </a:r>
            <a:r>
              <a:rPr lang="ca-ES" dirty="0"/>
              <a:t> </a:t>
            </a:r>
            <a:r>
              <a:rPr lang="ca-ES" dirty="0" err="1"/>
              <a:t>conditioned</a:t>
            </a:r>
            <a:r>
              <a:rPr lang="ca-ES" dirty="0"/>
              <a:t> </a:t>
            </a:r>
            <a:r>
              <a:rPr lang="ca-ES" dirty="0" err="1"/>
              <a:t>it</a:t>
            </a:r>
            <a:r>
              <a:rPr lang="ca-ES" dirty="0"/>
              <a:t> </a:t>
            </a:r>
            <a:r>
              <a:rPr lang="ca-ES" dirty="0" err="1"/>
              <a:t>did</a:t>
            </a:r>
            <a:r>
              <a:rPr lang="ca-ES" dirty="0"/>
              <a:t> </a:t>
            </a:r>
            <a:r>
              <a:rPr lang="ca-ES" dirty="0" err="1"/>
              <a:t>not</a:t>
            </a:r>
            <a:r>
              <a:rPr lang="ca-ES" dirty="0"/>
              <a:t> </a:t>
            </a:r>
            <a:r>
              <a:rPr lang="ca-ES" dirty="0" err="1"/>
              <a:t>reached</a:t>
            </a:r>
            <a:r>
              <a:rPr lang="ca-ES" dirty="0"/>
              <a:t> </a:t>
            </a:r>
            <a:r>
              <a:rPr lang="ca-ES" dirty="0" err="1"/>
              <a:t>coalescence</a:t>
            </a:r>
            <a:r>
              <a:rPr lang="ca-ES" dirty="0"/>
              <a:t> in </a:t>
            </a:r>
            <a:r>
              <a:rPr lang="ca-ES" dirty="0" err="1"/>
              <a:t>the</a:t>
            </a:r>
            <a:r>
              <a:rPr lang="ca-ES" dirty="0"/>
              <a:t> </a:t>
            </a:r>
            <a:r>
              <a:rPr lang="ca-ES" dirty="0" err="1"/>
              <a:t>previous</a:t>
            </a:r>
            <a:r>
              <a:rPr lang="ca-ES" dirty="0"/>
              <a:t> Ne</a:t>
            </a:r>
            <a:endParaRPr lang="en-US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C6FC7BF-6BB7-4D6D-999A-A1936C7E2BE8}"/>
              </a:ext>
            </a:extLst>
          </p:cNvPr>
          <p:cNvSpPr/>
          <p:nvPr/>
        </p:nvSpPr>
        <p:spPr>
          <a:xfrm>
            <a:off x="3239310" y="1297858"/>
            <a:ext cx="4503906" cy="8633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/>
              <a:t>NePresent</a:t>
            </a:r>
            <a:endParaRPr lang="en-U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4C44397-FEFD-4E24-81F4-51C7EA5BABA8}"/>
              </a:ext>
            </a:extLst>
          </p:cNvPr>
          <p:cNvSpPr txBox="1"/>
          <p:nvPr/>
        </p:nvSpPr>
        <p:spPr>
          <a:xfrm>
            <a:off x="7820283" y="2508088"/>
            <a:ext cx="2191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Duration</a:t>
            </a:r>
            <a:r>
              <a:rPr lang="ca-ES" dirty="0"/>
              <a:t> of </a:t>
            </a:r>
            <a:r>
              <a:rPr lang="ca-ES" dirty="0" err="1"/>
              <a:t>bottlenck</a:t>
            </a:r>
            <a:endParaRPr lang="en-US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127D830-34C8-41C6-9E46-F22ABBA4834C}"/>
              </a:ext>
            </a:extLst>
          </p:cNvPr>
          <p:cNvSpPr txBox="1"/>
          <p:nvPr/>
        </p:nvSpPr>
        <p:spPr>
          <a:xfrm>
            <a:off x="7782127" y="1875354"/>
            <a:ext cx="3689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time</a:t>
            </a:r>
            <a:r>
              <a:rPr lang="ca-ES" dirty="0"/>
              <a:t> </a:t>
            </a:r>
            <a:r>
              <a:rPr lang="ca-ES" dirty="0" err="1"/>
              <a:t>Change</a:t>
            </a:r>
            <a:r>
              <a:rPr lang="ca-ES" dirty="0"/>
              <a:t> + </a:t>
            </a:r>
            <a:r>
              <a:rPr lang="ca-ES" dirty="0" err="1"/>
              <a:t>duration</a:t>
            </a:r>
            <a:r>
              <a:rPr lang="ca-ES" dirty="0"/>
              <a:t> of </a:t>
            </a:r>
            <a:r>
              <a:rPr lang="ca-ES" dirty="0" err="1"/>
              <a:t>bottleneck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404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ángulo 18">
            <a:extLst>
              <a:ext uri="{FF2B5EF4-FFF2-40B4-BE49-F238E27FC236}">
                <a16:creationId xmlns:a16="http://schemas.microsoft.com/office/drawing/2014/main" id="{2C6FC7BF-6BB7-4D6D-999A-A1936C7E2BE8}"/>
              </a:ext>
            </a:extLst>
          </p:cNvPr>
          <p:cNvSpPr/>
          <p:nvPr/>
        </p:nvSpPr>
        <p:spPr>
          <a:xfrm>
            <a:off x="3239310" y="1297858"/>
            <a:ext cx="4503906" cy="86333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/>
              <a:t>NePresent</a:t>
            </a:r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52F813-A630-4469-BD29-9746FC961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Model Ne </a:t>
            </a:r>
            <a:r>
              <a:rPr lang="ca-ES" dirty="0" err="1"/>
              <a:t>bottleneck</a:t>
            </a:r>
            <a:endParaRPr lang="en-US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BA99256-B221-47B7-9AD1-F33707BDB077}"/>
              </a:ext>
            </a:extLst>
          </p:cNvPr>
          <p:cNvSpPr/>
          <p:nvPr/>
        </p:nvSpPr>
        <p:spPr>
          <a:xfrm>
            <a:off x="3200400" y="3120273"/>
            <a:ext cx="4503906" cy="32145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/>
              <a:t>NePresent</a:t>
            </a:r>
            <a:endParaRPr lang="en-US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C9445D1-673D-470B-9774-65A7E5595230}"/>
              </a:ext>
            </a:extLst>
          </p:cNvPr>
          <p:cNvSpPr/>
          <p:nvPr/>
        </p:nvSpPr>
        <p:spPr>
          <a:xfrm>
            <a:off x="4562272" y="2121032"/>
            <a:ext cx="1857983" cy="99924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/>
              <a:t>NePast</a:t>
            </a:r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073BB18-49D9-41F7-8C5E-0475ADCF638E}"/>
              </a:ext>
            </a:extLst>
          </p:cNvPr>
          <p:cNvSpPr txBox="1"/>
          <p:nvPr/>
        </p:nvSpPr>
        <p:spPr>
          <a:xfrm>
            <a:off x="7873029" y="2935607"/>
            <a:ext cx="1367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time</a:t>
            </a:r>
            <a:r>
              <a:rPr lang="ca-ES" dirty="0"/>
              <a:t> </a:t>
            </a:r>
            <a:r>
              <a:rPr lang="ca-ES" dirty="0" err="1"/>
              <a:t>Change</a:t>
            </a:r>
            <a:endParaRPr lang="en-US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67134F7F-DEF8-4348-B9A3-2FA1EA2F4865}"/>
              </a:ext>
            </a:extLst>
          </p:cNvPr>
          <p:cNvSpPr/>
          <p:nvPr/>
        </p:nvSpPr>
        <p:spPr>
          <a:xfrm>
            <a:off x="4202348" y="6132951"/>
            <a:ext cx="359924" cy="3599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FC071782-2CC1-4ED1-B8AF-6B1CD106CC9C}"/>
              </a:ext>
            </a:extLst>
          </p:cNvPr>
          <p:cNvSpPr/>
          <p:nvPr/>
        </p:nvSpPr>
        <p:spPr>
          <a:xfrm>
            <a:off x="6449438" y="6127749"/>
            <a:ext cx="359924" cy="3599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DF13BEF-FFD7-4158-B910-2B024355C506}"/>
              </a:ext>
            </a:extLst>
          </p:cNvPr>
          <p:cNvSpPr txBox="1"/>
          <p:nvPr/>
        </p:nvSpPr>
        <p:spPr>
          <a:xfrm>
            <a:off x="8443609" y="4727543"/>
            <a:ext cx="1368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1/</a:t>
            </a:r>
            <a:r>
              <a:rPr lang="ca-ES" dirty="0" err="1"/>
              <a:t>NePresent</a:t>
            </a:r>
            <a:endParaRPr lang="en-U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9813D85-6611-489F-877D-CF308C08E21D}"/>
              </a:ext>
            </a:extLst>
          </p:cNvPr>
          <p:cNvSpPr txBox="1"/>
          <p:nvPr/>
        </p:nvSpPr>
        <p:spPr>
          <a:xfrm>
            <a:off x="6932579" y="2265236"/>
            <a:ext cx="1044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/>
              <a:t>1/</a:t>
            </a:r>
            <a:r>
              <a:rPr lang="ca-ES" dirty="0" err="1"/>
              <a:t>NePast</a:t>
            </a:r>
            <a:endParaRPr lang="en-US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08CC4591-6949-4D56-A9FD-311899683B5C}"/>
              </a:ext>
            </a:extLst>
          </p:cNvPr>
          <p:cNvCxnSpPr/>
          <p:nvPr/>
        </p:nvCxnSpPr>
        <p:spPr>
          <a:xfrm flipV="1">
            <a:off x="9941668" y="1480711"/>
            <a:ext cx="0" cy="4854102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75BE134-CB4D-4C70-A9CC-75472615936F}"/>
              </a:ext>
            </a:extLst>
          </p:cNvPr>
          <p:cNvSpPr txBox="1"/>
          <p:nvPr/>
        </p:nvSpPr>
        <p:spPr>
          <a:xfrm>
            <a:off x="10210969" y="1690688"/>
            <a:ext cx="1695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Going</a:t>
            </a:r>
            <a:r>
              <a:rPr lang="ca-ES" dirty="0"/>
              <a:t> </a:t>
            </a:r>
            <a:r>
              <a:rPr lang="ca-ES" dirty="0" err="1"/>
              <a:t>backward</a:t>
            </a:r>
            <a:endParaRPr lang="en-US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F1F56B99-36E8-4AD7-B19E-1B171BB557B9}"/>
              </a:ext>
            </a:extLst>
          </p:cNvPr>
          <p:cNvCxnSpPr>
            <a:cxnSpLocks/>
          </p:cNvCxnSpPr>
          <p:nvPr/>
        </p:nvCxnSpPr>
        <p:spPr>
          <a:xfrm flipV="1">
            <a:off x="6624536" y="1480711"/>
            <a:ext cx="0" cy="46470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07BAF16-F247-45E5-8D0C-8B8D56EDF8E2}"/>
              </a:ext>
            </a:extLst>
          </p:cNvPr>
          <p:cNvCxnSpPr>
            <a:cxnSpLocks/>
          </p:cNvCxnSpPr>
          <p:nvPr/>
        </p:nvCxnSpPr>
        <p:spPr>
          <a:xfrm flipV="1">
            <a:off x="4374204" y="1480711"/>
            <a:ext cx="0" cy="464703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F0A53FA6-1701-4F23-BDA1-7AE844834EA6}"/>
              </a:ext>
            </a:extLst>
          </p:cNvPr>
          <p:cNvCxnSpPr>
            <a:cxnSpLocks/>
          </p:cNvCxnSpPr>
          <p:nvPr/>
        </p:nvCxnSpPr>
        <p:spPr>
          <a:xfrm flipH="1">
            <a:off x="4374204" y="1483466"/>
            <a:ext cx="225033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2371D18-D60E-400D-B3D2-17670E8A4B73}"/>
              </a:ext>
            </a:extLst>
          </p:cNvPr>
          <p:cNvSpPr txBox="1"/>
          <p:nvPr/>
        </p:nvSpPr>
        <p:spPr>
          <a:xfrm>
            <a:off x="473413" y="1297858"/>
            <a:ext cx="21595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a-ES" dirty="0" err="1"/>
              <a:t>Coalescence</a:t>
            </a:r>
            <a:r>
              <a:rPr lang="ca-ES" dirty="0"/>
              <a:t> </a:t>
            </a:r>
            <a:r>
              <a:rPr lang="ca-ES" dirty="0" err="1"/>
              <a:t>follows</a:t>
            </a:r>
            <a:r>
              <a:rPr lang="ca-ES" dirty="0"/>
              <a:t> </a:t>
            </a:r>
          </a:p>
          <a:p>
            <a:r>
              <a:rPr lang="ca-ES" dirty="0" err="1"/>
              <a:t>Time</a:t>
            </a:r>
            <a:r>
              <a:rPr lang="ca-ES" dirty="0"/>
              <a:t> </a:t>
            </a:r>
            <a:r>
              <a:rPr lang="ca-ES" dirty="0" err="1"/>
              <a:t>Change</a:t>
            </a:r>
            <a:r>
              <a:rPr lang="ca-ES" dirty="0"/>
              <a:t> +</a:t>
            </a:r>
            <a:r>
              <a:rPr lang="ca-ES" dirty="0" err="1"/>
              <a:t>duration</a:t>
            </a:r>
            <a:r>
              <a:rPr lang="ca-ES" dirty="0"/>
              <a:t> of </a:t>
            </a:r>
            <a:r>
              <a:rPr lang="ca-ES" dirty="0" err="1"/>
              <a:t>bottleneck</a:t>
            </a:r>
            <a:r>
              <a:rPr lang="ca-ES" dirty="0"/>
              <a:t> +  </a:t>
            </a:r>
            <a:r>
              <a:rPr lang="ca-ES" dirty="0" err="1"/>
              <a:t>Exponential</a:t>
            </a:r>
            <a:r>
              <a:rPr lang="ca-ES" dirty="0"/>
              <a:t> </a:t>
            </a:r>
            <a:r>
              <a:rPr lang="ca-ES" dirty="0" err="1"/>
              <a:t>with</a:t>
            </a:r>
            <a:r>
              <a:rPr lang="ca-ES" dirty="0"/>
              <a:t> </a:t>
            </a:r>
            <a:r>
              <a:rPr lang="ca-ES" dirty="0" err="1"/>
              <a:t>parameter</a:t>
            </a:r>
            <a:r>
              <a:rPr lang="ca-ES" dirty="0"/>
              <a:t> 1/</a:t>
            </a:r>
            <a:r>
              <a:rPr lang="ca-ES" dirty="0" err="1"/>
              <a:t>NePresent</a:t>
            </a:r>
            <a:r>
              <a:rPr lang="ca-ES" dirty="0"/>
              <a:t> </a:t>
            </a:r>
            <a:r>
              <a:rPr lang="ca-ES" dirty="0" err="1"/>
              <a:t>conditioned</a:t>
            </a:r>
            <a:r>
              <a:rPr lang="ca-ES" dirty="0"/>
              <a:t> </a:t>
            </a:r>
            <a:r>
              <a:rPr lang="ca-ES" dirty="0" err="1"/>
              <a:t>it</a:t>
            </a:r>
            <a:r>
              <a:rPr lang="ca-ES" dirty="0"/>
              <a:t> </a:t>
            </a:r>
            <a:r>
              <a:rPr lang="ca-ES" dirty="0" err="1"/>
              <a:t>did</a:t>
            </a:r>
            <a:r>
              <a:rPr lang="ca-ES" dirty="0"/>
              <a:t> </a:t>
            </a:r>
            <a:r>
              <a:rPr lang="ca-ES" dirty="0" err="1"/>
              <a:t>not</a:t>
            </a:r>
            <a:r>
              <a:rPr lang="ca-ES" dirty="0"/>
              <a:t> </a:t>
            </a:r>
            <a:r>
              <a:rPr lang="ca-ES" dirty="0" err="1"/>
              <a:t>reached</a:t>
            </a:r>
            <a:r>
              <a:rPr lang="ca-ES" dirty="0"/>
              <a:t> </a:t>
            </a:r>
            <a:r>
              <a:rPr lang="ca-ES" dirty="0" err="1"/>
              <a:t>coalescence</a:t>
            </a:r>
            <a:r>
              <a:rPr lang="ca-ES" dirty="0"/>
              <a:t> in </a:t>
            </a:r>
            <a:r>
              <a:rPr lang="ca-ES" dirty="0" err="1"/>
              <a:t>the</a:t>
            </a:r>
            <a:r>
              <a:rPr lang="ca-ES" dirty="0"/>
              <a:t> </a:t>
            </a:r>
            <a:r>
              <a:rPr lang="ca-ES" dirty="0" err="1"/>
              <a:t>previous</a:t>
            </a:r>
            <a:r>
              <a:rPr lang="ca-ES" dirty="0"/>
              <a:t> Ne </a:t>
            </a:r>
            <a:r>
              <a:rPr lang="ca-ES" dirty="0" err="1"/>
              <a:t>and</a:t>
            </a:r>
            <a:r>
              <a:rPr lang="ca-ES" dirty="0"/>
              <a:t> </a:t>
            </a:r>
            <a:r>
              <a:rPr lang="ca-ES" dirty="0" err="1"/>
              <a:t>NePast</a:t>
            </a:r>
            <a:endParaRPr lang="en-US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86094B2-F062-4389-A4AC-F46B9606C81B}"/>
              </a:ext>
            </a:extLst>
          </p:cNvPr>
          <p:cNvSpPr txBox="1"/>
          <p:nvPr/>
        </p:nvSpPr>
        <p:spPr>
          <a:xfrm>
            <a:off x="7820283" y="2508088"/>
            <a:ext cx="2191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Duration</a:t>
            </a:r>
            <a:r>
              <a:rPr lang="ca-ES" dirty="0"/>
              <a:t> of </a:t>
            </a:r>
            <a:r>
              <a:rPr lang="ca-ES" dirty="0" err="1"/>
              <a:t>bottlenck</a:t>
            </a:r>
            <a:endParaRPr lang="en-US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599A04C8-8A0D-4E40-8334-7BB3DB7E2240}"/>
              </a:ext>
            </a:extLst>
          </p:cNvPr>
          <p:cNvSpPr txBox="1"/>
          <p:nvPr/>
        </p:nvSpPr>
        <p:spPr>
          <a:xfrm>
            <a:off x="7782127" y="1875354"/>
            <a:ext cx="3689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a-ES" dirty="0" err="1"/>
              <a:t>time</a:t>
            </a:r>
            <a:r>
              <a:rPr lang="ca-ES" dirty="0"/>
              <a:t> </a:t>
            </a:r>
            <a:r>
              <a:rPr lang="ca-ES" dirty="0" err="1"/>
              <a:t>Change</a:t>
            </a:r>
            <a:r>
              <a:rPr lang="ca-ES" dirty="0"/>
              <a:t> + </a:t>
            </a:r>
            <a:r>
              <a:rPr lang="ca-ES" dirty="0" err="1"/>
              <a:t>duration</a:t>
            </a:r>
            <a:r>
              <a:rPr lang="ca-ES" dirty="0"/>
              <a:t> of </a:t>
            </a:r>
            <a:r>
              <a:rPr lang="ca-ES" dirty="0" err="1"/>
              <a:t>bottleneck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624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52F813-A630-4469-BD29-9746FC961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Model Ne </a:t>
            </a:r>
            <a:r>
              <a:rPr lang="ca-ES" dirty="0" err="1"/>
              <a:t>Structured</a:t>
            </a:r>
            <a:endParaRPr lang="en-US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05E18BF-E42C-40AD-8472-AB57FE187B48}"/>
              </a:ext>
            </a:extLst>
          </p:cNvPr>
          <p:cNvSpPr/>
          <p:nvPr/>
        </p:nvSpPr>
        <p:spPr>
          <a:xfrm>
            <a:off x="3200400" y="2251587"/>
            <a:ext cx="2168013" cy="40832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/>
              <a:t>NePresent</a:t>
            </a:r>
            <a:endParaRPr lang="en-US" dirty="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245E4A8-6774-4612-BE37-36C230C46888}"/>
              </a:ext>
            </a:extLst>
          </p:cNvPr>
          <p:cNvSpPr/>
          <p:nvPr/>
        </p:nvSpPr>
        <p:spPr>
          <a:xfrm>
            <a:off x="6400800" y="2251587"/>
            <a:ext cx="2168013" cy="40832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/>
              <a:t>NePresent</a:t>
            </a:r>
            <a:endParaRPr lang="en-US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370078E-141C-493E-B393-90AFC49CDB7C}"/>
              </a:ext>
            </a:extLst>
          </p:cNvPr>
          <p:cNvSpPr/>
          <p:nvPr/>
        </p:nvSpPr>
        <p:spPr>
          <a:xfrm>
            <a:off x="4800600" y="1435509"/>
            <a:ext cx="2168013" cy="8160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a-ES" dirty="0" err="1"/>
              <a:t>NePresent</a:t>
            </a:r>
            <a:endParaRPr lang="en-US" dirty="0"/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C6CEE5F8-E0B6-498A-8F49-E40B6D2FCDC8}"/>
              </a:ext>
            </a:extLst>
          </p:cNvPr>
          <p:cNvSpPr/>
          <p:nvPr/>
        </p:nvSpPr>
        <p:spPr>
          <a:xfrm>
            <a:off x="3533753" y="6132951"/>
            <a:ext cx="359924" cy="3599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15F8C23C-503C-4C87-9115-7A8CF1CC7047}"/>
              </a:ext>
            </a:extLst>
          </p:cNvPr>
          <p:cNvSpPr/>
          <p:nvPr/>
        </p:nvSpPr>
        <p:spPr>
          <a:xfrm>
            <a:off x="4541976" y="6127749"/>
            <a:ext cx="359924" cy="359924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BB57BBAD-5BA9-4948-AD7F-454724416DF1}"/>
              </a:ext>
            </a:extLst>
          </p:cNvPr>
          <p:cNvCxnSpPr>
            <a:cxnSpLocks/>
          </p:cNvCxnSpPr>
          <p:nvPr/>
        </p:nvCxnSpPr>
        <p:spPr>
          <a:xfrm>
            <a:off x="5388077" y="3979607"/>
            <a:ext cx="95372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82A06ACD-D68D-4B52-9A48-10C6B505F67B}"/>
              </a:ext>
            </a:extLst>
          </p:cNvPr>
          <p:cNvCxnSpPr>
            <a:cxnSpLocks/>
          </p:cNvCxnSpPr>
          <p:nvPr/>
        </p:nvCxnSpPr>
        <p:spPr>
          <a:xfrm>
            <a:off x="5397909" y="4210665"/>
            <a:ext cx="95372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EA798CDB-B1B6-4670-863B-164F47728D3A}"/>
              </a:ext>
            </a:extLst>
          </p:cNvPr>
          <p:cNvCxnSpPr>
            <a:cxnSpLocks/>
          </p:cNvCxnSpPr>
          <p:nvPr/>
        </p:nvCxnSpPr>
        <p:spPr>
          <a:xfrm>
            <a:off x="5397909" y="4422058"/>
            <a:ext cx="95372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1DE18583-AD2E-487D-ABEC-3AE682D4A2BB}"/>
              </a:ext>
            </a:extLst>
          </p:cNvPr>
          <p:cNvCxnSpPr>
            <a:cxnSpLocks/>
          </p:cNvCxnSpPr>
          <p:nvPr/>
        </p:nvCxnSpPr>
        <p:spPr>
          <a:xfrm>
            <a:off x="5402825" y="4633453"/>
            <a:ext cx="95372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6488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25749-D0D6-4015-B1F7-FA693744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RELATE</a:t>
            </a:r>
            <a:endParaRPr lang="en-US" dirty="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5339DDBC-F2E1-4BBE-8C1C-52A6CE2DA85C}"/>
              </a:ext>
            </a:extLst>
          </p:cNvPr>
          <p:cNvSpPr/>
          <p:nvPr/>
        </p:nvSpPr>
        <p:spPr>
          <a:xfrm>
            <a:off x="929951" y="155492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🔹 Step 0: Install Relate</a:t>
            </a:r>
          </a:p>
          <a:p>
            <a:r>
              <a:rPr lang="en-US" dirty="0"/>
              <a:t>git clone https://github.com/relate/Relate.git</a:t>
            </a:r>
          </a:p>
          <a:p>
            <a:r>
              <a:rPr lang="en-US" dirty="0"/>
              <a:t>cd Relate</a:t>
            </a:r>
          </a:p>
          <a:p>
            <a:r>
              <a:rPr lang="en-US" dirty="0"/>
              <a:t>make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CBF15EE9-BCE5-4354-9EEE-73A7DD2E2633}"/>
              </a:ext>
            </a:extLst>
          </p:cNvPr>
          <p:cNvSpPr/>
          <p:nvPr/>
        </p:nvSpPr>
        <p:spPr>
          <a:xfrm>
            <a:off x="929951" y="2698206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🔹 Step 1: Prepare Input Files</a:t>
            </a:r>
          </a:p>
          <a:p>
            <a:r>
              <a:rPr lang="en-US" dirty="0"/>
              <a:t>You need:</a:t>
            </a:r>
          </a:p>
          <a:p>
            <a:r>
              <a:rPr lang="en-US" dirty="0"/>
              <a:t>phased.vcf.gz: Phased and filtered VCF file</a:t>
            </a:r>
          </a:p>
          <a:p>
            <a:r>
              <a:rPr lang="en-US" dirty="0"/>
              <a:t>genetic_map.txt: Genetic map in 3-column format: </a:t>
            </a:r>
            <a:r>
              <a:rPr lang="en-US" dirty="0" err="1"/>
              <a:t>chr</a:t>
            </a:r>
            <a:r>
              <a:rPr lang="en-US" dirty="0"/>
              <a:t> pos </a:t>
            </a:r>
            <a:r>
              <a:rPr lang="en-US" dirty="0" err="1"/>
              <a:t>cM</a:t>
            </a:r>
            <a:endParaRPr lang="en-US" dirty="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FE6664AD-95D4-4119-BFDE-F46285F7AB70}"/>
              </a:ext>
            </a:extLst>
          </p:cNvPr>
          <p:cNvSpPr/>
          <p:nvPr/>
        </p:nvSpPr>
        <p:spPr>
          <a:xfrm>
            <a:off x="929951" y="3876152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📦 Optional:</a:t>
            </a:r>
          </a:p>
          <a:p>
            <a:r>
              <a:rPr lang="en-US" dirty="0" err="1"/>
              <a:t>mask.bed</a:t>
            </a:r>
            <a:r>
              <a:rPr lang="en-US" dirty="0"/>
              <a:t>: BED file to exclude low-quality or recombination-poor regions</a:t>
            </a:r>
          </a:p>
          <a:p>
            <a:r>
              <a:rPr lang="en-US" dirty="0"/>
              <a:t>Convert VCF to .haps and .sample:</a:t>
            </a:r>
          </a:p>
          <a:p>
            <a:r>
              <a:rPr lang="en-US" i="1" dirty="0" err="1"/>
              <a:t>RelateFileFormats</a:t>
            </a:r>
            <a:r>
              <a:rPr lang="en-US" i="1" dirty="0"/>
              <a:t>/</a:t>
            </a:r>
            <a:r>
              <a:rPr lang="en-US" i="1" dirty="0" err="1"/>
              <a:t>ConvertFromVcf</a:t>
            </a:r>
            <a:r>
              <a:rPr lang="en-US" i="1" dirty="0"/>
              <a:t> \</a:t>
            </a:r>
          </a:p>
          <a:p>
            <a:r>
              <a:rPr lang="en-US" i="1" dirty="0"/>
              <a:t>  --input phased.vcf.gz \</a:t>
            </a:r>
          </a:p>
          <a:p>
            <a:r>
              <a:rPr lang="en-US" i="1" dirty="0"/>
              <a:t>  --output </a:t>
            </a:r>
            <a:r>
              <a:rPr lang="en-US" i="1" dirty="0" err="1"/>
              <a:t>relate_input</a:t>
            </a:r>
            <a:r>
              <a:rPr lang="en-US" i="1" dirty="0"/>
              <a:t> \</a:t>
            </a:r>
          </a:p>
          <a:p>
            <a:r>
              <a:rPr lang="en-US" i="1" dirty="0"/>
              <a:t>  --sample sample_list.txt \</a:t>
            </a:r>
          </a:p>
          <a:p>
            <a:r>
              <a:rPr lang="en-US" i="1" dirty="0"/>
              <a:t>  --haps-format \</a:t>
            </a:r>
          </a:p>
          <a:p>
            <a:r>
              <a:rPr lang="en-US" i="1" dirty="0"/>
              <a:t>  --map genetic_map.txt</a:t>
            </a:r>
          </a:p>
        </p:txBody>
      </p:sp>
    </p:spTree>
    <p:extLst>
      <p:ext uri="{BB962C8B-B14F-4D97-AF65-F5344CB8AC3E}">
        <p14:creationId xmlns:p14="http://schemas.microsoft.com/office/powerpoint/2010/main" val="287675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25749-D0D6-4015-B1F7-FA693744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RELATE</a:t>
            </a:r>
            <a:endParaRPr lang="en-U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59DF29B3-030E-4648-8631-AB486D58BADE}"/>
              </a:ext>
            </a:extLst>
          </p:cNvPr>
          <p:cNvSpPr/>
          <p:nvPr/>
        </p:nvSpPr>
        <p:spPr>
          <a:xfrm>
            <a:off x="3243943" y="197346"/>
            <a:ext cx="7402286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🔹 Step 2: Run Relate (tree building + mutation inference)</a:t>
            </a:r>
          </a:p>
          <a:p>
            <a:r>
              <a:rPr lang="en-US" i="1" dirty="0"/>
              <a:t>Relate \</a:t>
            </a:r>
          </a:p>
          <a:p>
            <a:r>
              <a:rPr lang="en-US" i="1" dirty="0"/>
              <a:t>  --mode All \</a:t>
            </a:r>
          </a:p>
          <a:p>
            <a:r>
              <a:rPr lang="en-US" i="1" dirty="0"/>
              <a:t>  --haps </a:t>
            </a:r>
            <a:r>
              <a:rPr lang="en-US" i="1" dirty="0" err="1"/>
              <a:t>relate_input.haps</a:t>
            </a:r>
            <a:r>
              <a:rPr lang="en-US" i="1" dirty="0"/>
              <a:t> \</a:t>
            </a:r>
          </a:p>
          <a:p>
            <a:r>
              <a:rPr lang="en-US" i="1" dirty="0"/>
              <a:t>  --sample </a:t>
            </a:r>
            <a:r>
              <a:rPr lang="en-US" i="1" dirty="0" err="1"/>
              <a:t>relate_input.sample</a:t>
            </a:r>
            <a:r>
              <a:rPr lang="en-US" i="1" dirty="0"/>
              <a:t> \</a:t>
            </a:r>
          </a:p>
          <a:p>
            <a:r>
              <a:rPr lang="en-US" i="1" dirty="0"/>
              <a:t>  --map genetic_map.txt \</a:t>
            </a:r>
          </a:p>
          <a:p>
            <a:r>
              <a:rPr lang="en-US" i="1" dirty="0"/>
              <a:t>  --output </a:t>
            </a:r>
            <a:r>
              <a:rPr lang="en-US" i="1" dirty="0" err="1"/>
              <a:t>relate_output</a:t>
            </a:r>
            <a:r>
              <a:rPr lang="en-US" i="1" dirty="0"/>
              <a:t> \</a:t>
            </a:r>
          </a:p>
          <a:p>
            <a:r>
              <a:rPr lang="en-US" i="1" dirty="0"/>
              <a:t>  --threads 8</a:t>
            </a:r>
          </a:p>
          <a:p>
            <a:r>
              <a:rPr lang="en-US" dirty="0"/>
              <a:t>This will generate:</a:t>
            </a:r>
          </a:p>
          <a:p>
            <a:r>
              <a:rPr lang="en-US" dirty="0"/>
              <a:t>.</a:t>
            </a:r>
            <a:r>
              <a:rPr lang="en-US" dirty="0" err="1"/>
              <a:t>anc</a:t>
            </a:r>
            <a:r>
              <a:rPr lang="en-US" dirty="0"/>
              <a:t> = Ancestral recombination graph (trees)</a:t>
            </a:r>
          </a:p>
          <a:p>
            <a:r>
              <a:rPr lang="en-US" dirty="0"/>
              <a:t>.</a:t>
            </a:r>
            <a:r>
              <a:rPr lang="en-US" dirty="0" err="1"/>
              <a:t>mut</a:t>
            </a:r>
            <a:r>
              <a:rPr lang="en-US" dirty="0"/>
              <a:t> = Mutation placements</a:t>
            </a:r>
          </a:p>
          <a:p>
            <a:r>
              <a:rPr lang="en-US" dirty="0"/>
              <a:t>🔹 Step 3: Estimate Population Size History</a:t>
            </a:r>
          </a:p>
          <a:p>
            <a:r>
              <a:rPr lang="en-US" i="1" dirty="0"/>
              <a:t>EstimatePopulationSize/EstimatePopulationSize.sh \</a:t>
            </a:r>
          </a:p>
          <a:p>
            <a:r>
              <a:rPr lang="en-US" i="1" dirty="0"/>
              <a:t>  -</a:t>
            </a:r>
            <a:r>
              <a:rPr lang="en-US" i="1" dirty="0" err="1"/>
              <a:t>i</a:t>
            </a:r>
            <a:r>
              <a:rPr lang="en-US" i="1" dirty="0"/>
              <a:t> </a:t>
            </a:r>
            <a:r>
              <a:rPr lang="en-US" i="1" dirty="0" err="1"/>
              <a:t>relate_output</a:t>
            </a:r>
            <a:r>
              <a:rPr lang="en-US" i="1" dirty="0"/>
              <a:t> \</a:t>
            </a:r>
          </a:p>
          <a:p>
            <a:r>
              <a:rPr lang="en-US" i="1" dirty="0"/>
              <a:t>  -m 1.25e-8 \</a:t>
            </a:r>
          </a:p>
          <a:p>
            <a:r>
              <a:rPr lang="en-US" i="1" dirty="0"/>
              <a:t>  -o </a:t>
            </a:r>
            <a:r>
              <a:rPr lang="en-US" i="1" dirty="0" err="1"/>
              <a:t>popsize_output</a:t>
            </a:r>
            <a:endParaRPr lang="en-US" i="1" dirty="0"/>
          </a:p>
          <a:p>
            <a:r>
              <a:rPr lang="en-US" dirty="0"/>
              <a:t>Parameters:</a:t>
            </a:r>
          </a:p>
          <a:p>
            <a:r>
              <a:rPr lang="en-US" dirty="0"/>
              <a:t>-m: Per-base mutation rate (e.g., 1.25e-8 for humans)</a:t>
            </a:r>
          </a:p>
          <a:p>
            <a:r>
              <a:rPr lang="en-US" dirty="0"/>
              <a:t>-o: Output prefix</a:t>
            </a:r>
          </a:p>
          <a:p>
            <a:r>
              <a:rPr lang="en-US" dirty="0"/>
              <a:t>This produces:</a:t>
            </a:r>
          </a:p>
          <a:p>
            <a:r>
              <a:rPr lang="en-US" dirty="0" err="1"/>
              <a:t>popsize_output.coal</a:t>
            </a:r>
            <a:r>
              <a:rPr lang="en-US" dirty="0"/>
              <a:t> = Coalescent rate summaries</a:t>
            </a:r>
          </a:p>
          <a:p>
            <a:r>
              <a:rPr lang="en-US" dirty="0" err="1"/>
              <a:t>popsize_output.Ne</a:t>
            </a:r>
            <a:r>
              <a:rPr lang="en-US" dirty="0"/>
              <a:t> = Effective population size over time</a:t>
            </a:r>
          </a:p>
          <a:p>
            <a:r>
              <a:rPr lang="en-US" dirty="0"/>
              <a:t>Plotting scripts use this directly</a:t>
            </a:r>
          </a:p>
        </p:txBody>
      </p:sp>
    </p:spTree>
    <p:extLst>
      <p:ext uri="{BB962C8B-B14F-4D97-AF65-F5344CB8AC3E}">
        <p14:creationId xmlns:p14="http://schemas.microsoft.com/office/powerpoint/2010/main" val="783479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E25749-D0D6-4015-B1F7-FA6937444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RELATE</a:t>
            </a:r>
            <a:endParaRPr lang="en-US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F223218-7E66-4A6B-BF96-5FDE75F279B8}"/>
              </a:ext>
            </a:extLst>
          </p:cNvPr>
          <p:cNvSpPr/>
          <p:nvPr/>
        </p:nvSpPr>
        <p:spPr>
          <a:xfrm>
            <a:off x="1146110" y="1690688"/>
            <a:ext cx="9899779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🔹 Step 4: Plot Population Size (Optional)</a:t>
            </a:r>
          </a:p>
          <a:p>
            <a:r>
              <a:rPr lang="en-US" dirty="0"/>
              <a:t>Visualize the Ne over time from </a:t>
            </a:r>
            <a:r>
              <a:rPr lang="en-US" dirty="0" err="1"/>
              <a:t>popsize_output.Ne</a:t>
            </a:r>
            <a:r>
              <a:rPr lang="en-US" dirty="0"/>
              <a:t>.</a:t>
            </a:r>
          </a:p>
          <a:p>
            <a:r>
              <a:rPr lang="en-US" dirty="0"/>
              <a:t>Simple example (in R):</a:t>
            </a:r>
          </a:p>
          <a:p>
            <a:r>
              <a:rPr lang="en-US" i="1" dirty="0" err="1"/>
              <a:t>popsize</a:t>
            </a:r>
            <a:r>
              <a:rPr lang="en-US" i="1" dirty="0"/>
              <a:t> &lt;- </a:t>
            </a:r>
            <a:r>
              <a:rPr lang="en-US" i="1" dirty="0" err="1"/>
              <a:t>read.table</a:t>
            </a:r>
            <a:r>
              <a:rPr lang="en-US" i="1" dirty="0"/>
              <a:t>("</a:t>
            </a:r>
            <a:r>
              <a:rPr lang="en-US" i="1" dirty="0" err="1"/>
              <a:t>popsize_output.Ne</a:t>
            </a:r>
            <a:r>
              <a:rPr lang="en-US" i="1" dirty="0"/>
              <a:t>", header=TRUE)</a:t>
            </a:r>
          </a:p>
          <a:p>
            <a:r>
              <a:rPr lang="en-US" i="1" dirty="0"/>
              <a:t>plot(</a:t>
            </a:r>
            <a:r>
              <a:rPr lang="en-US" i="1" dirty="0" err="1"/>
              <a:t>popsize$Time</a:t>
            </a:r>
            <a:r>
              <a:rPr lang="en-US" i="1" dirty="0"/>
              <a:t>, </a:t>
            </a:r>
            <a:r>
              <a:rPr lang="en-US" i="1" dirty="0" err="1"/>
              <a:t>popsize$Ne</a:t>
            </a:r>
            <a:r>
              <a:rPr lang="en-US" i="1" dirty="0"/>
              <a:t>, type='l', log='x',</a:t>
            </a:r>
          </a:p>
          <a:p>
            <a:r>
              <a:rPr lang="en-US" i="1" dirty="0"/>
              <a:t>     </a:t>
            </a:r>
            <a:r>
              <a:rPr lang="en-US" i="1" dirty="0" err="1"/>
              <a:t>xlab</a:t>
            </a:r>
            <a:r>
              <a:rPr lang="en-US" i="1" dirty="0"/>
              <a:t>="Generations ago", </a:t>
            </a:r>
            <a:r>
              <a:rPr lang="en-US" i="1" dirty="0" err="1"/>
              <a:t>ylab</a:t>
            </a:r>
            <a:r>
              <a:rPr lang="en-US" i="1" dirty="0"/>
              <a:t>="Effective population size",</a:t>
            </a:r>
          </a:p>
          <a:p>
            <a:r>
              <a:rPr lang="en-US" i="1" dirty="0"/>
              <a:t>     main="Population size history")</a:t>
            </a:r>
          </a:p>
          <a:p>
            <a:r>
              <a:rPr lang="en-US" dirty="0"/>
              <a:t>📂 Input File Summary</a:t>
            </a:r>
          </a:p>
          <a:p>
            <a:r>
              <a:rPr lang="en-US" dirty="0"/>
              <a:t>File	Description</a:t>
            </a:r>
          </a:p>
          <a:p>
            <a:r>
              <a:rPr lang="en-US" dirty="0"/>
              <a:t>phased.vcf.gz	Phased SNP data</a:t>
            </a:r>
          </a:p>
          <a:p>
            <a:r>
              <a:rPr lang="en-US" dirty="0"/>
              <a:t>genetic_map.txt	Recombination map (</a:t>
            </a:r>
            <a:r>
              <a:rPr lang="en-US" dirty="0" err="1"/>
              <a:t>chr</a:t>
            </a:r>
            <a:r>
              <a:rPr lang="en-US" dirty="0"/>
              <a:t>, pos, </a:t>
            </a:r>
            <a:r>
              <a:rPr lang="en-US" dirty="0" err="1"/>
              <a:t>cM</a:t>
            </a:r>
            <a:r>
              <a:rPr lang="en-US" dirty="0"/>
              <a:t>)</a:t>
            </a:r>
          </a:p>
          <a:p>
            <a:r>
              <a:rPr lang="en-US" dirty="0"/>
              <a:t>sample_list.txt	(Optional) list of samples to include</a:t>
            </a:r>
          </a:p>
          <a:p>
            <a:r>
              <a:rPr lang="en-US" dirty="0" err="1"/>
              <a:t>mask.bed</a:t>
            </a:r>
            <a:r>
              <a:rPr lang="en-US" dirty="0"/>
              <a:t>	(Optional) to exclude problematic regions</a:t>
            </a:r>
          </a:p>
          <a:p>
            <a:endParaRPr lang="en-US" dirty="0"/>
          </a:p>
          <a:p>
            <a:r>
              <a:rPr lang="en-US" dirty="0"/>
              <a:t>Relate assumes constant mutation rate and good phasing — use SHAPEIT4 or Eagle for preprocessing.</a:t>
            </a:r>
          </a:p>
          <a:p>
            <a:r>
              <a:rPr lang="en-US" dirty="0"/>
              <a:t>Works best on large sample sizes (e.g., &gt;20 haploid genomes) for demographic signal.</a:t>
            </a:r>
          </a:p>
          <a:p>
            <a:r>
              <a:rPr lang="en-US" dirty="0"/>
              <a:t>Estimates are relative to mutation rate — errors in -m affect Ne scale.</a:t>
            </a:r>
          </a:p>
        </p:txBody>
      </p:sp>
    </p:spTree>
    <p:extLst>
      <p:ext uri="{BB962C8B-B14F-4D97-AF65-F5344CB8AC3E}">
        <p14:creationId xmlns:p14="http://schemas.microsoft.com/office/powerpoint/2010/main" val="20788707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</TotalTime>
  <Words>706</Words>
  <Application>Microsoft Office PowerPoint</Application>
  <PresentationFormat>Panorámica</PresentationFormat>
  <Paragraphs>130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Tema de Office</vt:lpstr>
      <vt:lpstr>Practical session. Coalescence and Relate</vt:lpstr>
      <vt:lpstr>Model Ne changes</vt:lpstr>
      <vt:lpstr>Model Ne changes</vt:lpstr>
      <vt:lpstr>Model Ne changes</vt:lpstr>
      <vt:lpstr>Model Ne changes</vt:lpstr>
      <vt:lpstr>Model Ne changes</vt:lpstr>
      <vt:lpstr>Pseudocode?</vt:lpstr>
      <vt:lpstr>Model Ne bottleneck</vt:lpstr>
      <vt:lpstr>Model Ne bottleneck</vt:lpstr>
      <vt:lpstr>Model Ne Structured</vt:lpstr>
      <vt:lpstr>RELATE</vt:lpstr>
      <vt:lpstr>RELATE</vt:lpstr>
      <vt:lpstr>RELATE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session. Coalescence and Relate</dc:title>
  <dc:creator>OSCAR LAO GRUESO</dc:creator>
  <cp:lastModifiedBy>OSCAR LAO GRUESO</cp:lastModifiedBy>
  <cp:revision>4</cp:revision>
  <dcterms:created xsi:type="dcterms:W3CDTF">2025-06-25T16:47:35Z</dcterms:created>
  <dcterms:modified xsi:type="dcterms:W3CDTF">2026-06-19T12:21:44Z</dcterms:modified>
</cp:coreProperties>
</file>